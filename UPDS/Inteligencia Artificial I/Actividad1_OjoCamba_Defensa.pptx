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3" r:id="rId9"/>
    <p:sldId id="259" r:id="rId5"/>
    <p:sldId id="261" r:id="rId7"/>
    <p:sldId id="262" r:id="rId8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0584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0" y="365760"/>
            <a:ext cx="201168" cy="201168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141732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155448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I  ·  SIS-0341  ·  UPDS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 de Estados y Búsqueda Inteligente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Ojo Camba — la ruta del técnico: BFS, DFS y Backtracking comparados sobre un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 real de gestión urbana ciudadana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54864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Gerson Alvarado Alvarado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Jhoel Alvaro Cruz Zurita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Yery Eguez Cortez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Rodríguez Sotelo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Flor Hernández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4937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Requena Llorentty Jimmy Nataniel
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de la Sierra, Bolivia — julio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real: rutas de técnico sin optimizar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Camba — plataforma ciudadana de reporte de incidencias urbanas en Santa Cruz de la Sierra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 Office aprueba un lote de reportes (baches, luminarias, canales, emergencias). Un técnico decide manualmente en qué orden visitarlos.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considera la distancia real ni la gravedad (Emergencia &gt; Alta &gt; Media &gt; Baja) de cada reporte.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28016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754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 pueden quedar relegadas si el técnico visita primero lo más cercano.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equipo: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de IA que formalizan este ruteo como un espacio de estados y comparan algoritmos de búsqueda simbólica para recomendar el orden óptimo.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importa? Vínculo con los 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ODS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Industria, Innovación e Infraestructura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simbólica aplicada a optimizar la operación de una infraestructura real de gestión urbana ciudadana.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7830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8A93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ODS 11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Ciudades y Comunidades Sostenibles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108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metros recorridos = menos combustible, menor tiempo de respuesta ante emergencias y menos congestión vehicular.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actividad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caso como espacio de estados: estado inicial, meta, operadores, función de costo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entorno del problema (observabilidad, determinismo, dinamismo…)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y comparar BFS, DFS y Backtracking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con criterio propio el algoritmo más adecuado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Dartmouth a Shakey: raíces históricas del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2423160"/>
            <a:ext cx="8851392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Dartmouth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 acuña "inteligencia artificial"; nace la hipótesis simbólica.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2928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11" name="Text 9"/>
          <p:cNvSpPr/>
          <p:nvPr/>
        </p:nvSpPr>
        <p:spPr>
          <a:xfrm>
            <a:off x="2852928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87168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Theorist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87168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Newell y Simon: primer programa que resuelve un problema mediante búsqueda paso a paso.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16" name="Text 14"/>
          <p:cNvSpPr/>
          <p:nvPr/>
        </p:nvSpPr>
        <p:spPr>
          <a:xfrm>
            <a:off x="5065776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0016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la búsqueda a cualquier problema con estado inicial, meta y operadores — antecesor directo del Paso 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78624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278624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21" name="Text 19"/>
          <p:cNvSpPr/>
          <p:nvPr/>
        </p:nvSpPr>
        <p:spPr>
          <a:xfrm>
            <a:off x="7278624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1966-72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12864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12864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robot en planificar (STRIPS) y navegar por búsqueda entre puntos conocidos.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1472" y="1920240"/>
            <a:ext cx="1005840" cy="1005840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25" name="Text 23"/>
          <p:cNvSpPr/>
          <p:nvPr/>
        </p:nvSpPr>
        <p:spPr>
          <a:xfrm>
            <a:off x="9491472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26" name="Text 24"/>
          <p:cNvSpPr/>
          <p:nvPr/>
        </p:nvSpPr>
        <p:spPr>
          <a:xfrm>
            <a:off x="9491472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25712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A*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25712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real + heurística; evolución natural, referenciada como trabajo futuro.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9EEF5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Ojo Camba hereda directamente de Logic Theorist, GPS y Shakey: conocimiento completo, explícito y determinista → el terreno donde la búsqueda simbólica es la herramienta correcta.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búsqueda simbólica y no IA estadística?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0992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691640" y="152704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completo y explícito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52704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Nodos, aristas y gravedad ya están dados por la tabla reportes — no hay que inferirlos de datos.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12724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1691640" y="29443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Reglas, no parámetros ajustados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294436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 y Backtracking manipulan directamente el grafo con reglas exactas; no hay entrenamiento ni función de pérdida.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54456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44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691640" y="436168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Determinista y verificable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436168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lote produce siempre el mismo resultado; el costo óptimo puede demostrarse formalmente.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síntesis: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encaja en "agentes basados en búsqueda sobre un espacio de estados" (Russell y Norvig) — no porque la IA estadística sea inferior, sino porque no es la herramienta adecuada para este tipo de conocimiento.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3 · Formalización del espacio de estados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82296" cy="6583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118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(posición actual, conjunto de reportes visitados) — no solo un lugar, también lo ya completado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82296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inicial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11880" y="21488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(Base, ∅) — técnico en su punto de salida, nada visitado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82296" cy="658368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meta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= (cualquier posición, Reportes) — todos los reportes del lote fueron visitados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82296" cy="6583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Visitar(reporte_k): mueve al técnico a un reporte no visitado y lo agrega al conjunto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82296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80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de costo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11880" y="44805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g(camino) = Σ distancia(tramo_i) en metros — aditiva y positiva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312664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Restricción de dominio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5257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visita un reporte si existe uno de mayor gravedad aún pendiente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espacio de estados: caso de ejemplo (5 reportes)</a:t>
            </a:r>
            <a:endParaRPr lang="en-US" sz="2700" dirty="0"/>
          </a:p>
        </p:txBody>
      </p:sp>
      <p:pic>
        <p:nvPicPr>
          <p:cNvPr id="3" name="Image 0" descr="img/gra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051560"/>
            <a:ext cx="5669280" cy="4389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8016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2252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56032" cy="25603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282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256032" cy="256032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31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7340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2918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completo y no dirigido: 6 nodos, 15 aristas ponderadas (distancia en metros). El árbol de búsqueda tiene 5! = 120 órdenes posibles antes de restricciones.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óptima hallada por Backtracking:  Base → R101 → R102 → R103 → R104 → R105   ·   costo total 4 250 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del entorno del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Totalmente observable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conoce posición, gravedad y distancia de cada reporte antes de buscar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Visitar(reporte_k) siempre produce el mismo estado resultante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Dinamismo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lote no cambia mientras el algoritmo busca la solución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233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Episodicidad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visita condiciona qué operadores siguen disponibles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0233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espacio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operadores finitos y enumerables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0233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único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7532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técnico; extender a n técnicos = Vehicle Routing Problem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 · Implementación en Python (Google Colab)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3630168" cy="777240"/>
          </a:xfrm>
          <a:prstGeom prst="roundRect">
            <a:avLst>
              <a:gd name="adj" fmla="val 11765"/>
            </a:avLst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630168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anchura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nivel por nivel con una cola (deque). Como todas las rutas completas están a la misma profundidad, procesa casi todo el árbol antes de hallar la primera.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17320"/>
            <a:ext cx="3630168" cy="777240"/>
          </a:xfrm>
          <a:prstGeom prst="roundRect">
            <a:avLst>
              <a:gd name="adj" fmla="val 11765"/>
            </a:avLst>
          </a:prstGeom>
          <a:solidFill>
            <a:srgbClr val="E6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74520"/>
            <a:ext cx="3630168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9432" y="242316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una rama hasta el final con una pila (LIFO). Muy rápido, pero no evalúa costo ni la restricción de gravedad.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417320"/>
            <a:ext cx="3630168" cy="777240"/>
          </a:xfrm>
          <a:prstGeom prst="roundRect">
            <a:avLst>
              <a:gd name="adj" fmla="val 11765"/>
            </a:avLst>
          </a:prstGeom>
          <a:solidFill>
            <a:srgbClr val="E8A9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874520"/>
            <a:ext cx="3630168" cy="320040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Backtracking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por costo y prioridad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94192" y="242316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con poda: descarta ramas cuyo costo acumulado ya supera la mejor solución, y respeta la prioridad de gravedad en cada paso.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implementan y ejecutan los tres — no simulados — con contador de nodos explorados y time.perf_counter() para medir tiempo real.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5 · Análisis comparativo (resultados reales)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lote típico de 5 reportes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expl.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¿Respeta prioridad?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contraprueba con orden adverso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expl.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¿Respeta prioridad?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23444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 los resultados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3796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es el más rápido, pero no evalúa costo ni prioridad: en el Caso 1 encontró una ruta 33% más cara y dejó la Emergencia al final.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coincidió con el óptimo en el Caso 1 solo por azar en el orden de iteración — no porque evalúe costos —, y necesitó 207 estados.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2, BFS y DFS "ganan" en costo pero violan la regla de negocio (visitan Media antes que Emergencia): no son soluciones utilizables.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es el único que garantiza el óptimo válido en ambos casos, explorando muchos menos estados que BFS.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"precio de la urgencia" y recomendación final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 en Caso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(óptimo libre = óptimo legal: 4 250 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4630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595360" y="14630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 en Caso 2 para respetar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prioridad (4 350 m → 5 950 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sobrecosto no es un defecto del algoritmo: es el costo cuantificado de una decisión de negocio (atender primero lo urgente).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Recomendación: Backtracking con poda por costo y por prioridad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metros reales — no depende del orden de iteración como BFS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validez y optimalidad verificable — a diferencia de DFS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real de un lote es pequeño: el costo extra de exploración es del orden de milisegundos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ética de IA y 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auditoría destacado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visualizador generado con IA resolvía "llegar a un reporte", no "visitar todos" — cambiaba el problema de fondo.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rechazó y se exigió rehacer con estado = (posición, visitados).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hallazgo: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sugirió la API de pago de Google Maps → se descartó y se usó OpenStreetMap/estimación propia documentada.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se formaliza como espacio de estados discreto, determinista, estático y totalmente observable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y DFS son insuficientes solos: no evalúan costo ni prioridad de gravedad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con doble poda garantiza costo mínimo y cumplimiento de la regla de negocio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"precio de la urgencia" es una métrica reutilizable para decisiones de negocio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defensa oral a cargo del equipo, cada integrante según su rol asignado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2026-07-10T17:17:43Z</dcterms:created>
  <dcterms:modified xsi:type="dcterms:W3CDTF">2026-07-10T17:17:43Z</dcterms:modified>
</cp:coreProperties>
</file>