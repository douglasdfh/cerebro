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5" r:id="rId5"/>
    <p:sldId id="264" r:id="rId6"/>
    <p:sldId id="263" r:id="rId7"/>
    <p:sldId id="259" r:id="rId8"/>
    <p:sldId id="260" r:id="rId9"/>
    <p:sldId id="261" r:id="rId10"/>
    <p:sldId id="262" r:id="rId11"/>
    <p:sldId id="266" r:id="rId12"/>
  </p:sldIdLst>
  <p:sldSz cx="12192000" cy="6858000"/>
  <p:notesSz cx="6858000" cy="9144000"/>
  <p:defaultTextStyle>
    <a:defPPr>
      <a:defRPr lang="es-B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46" autoAdjust="0"/>
    <p:restoredTop sz="94660"/>
  </p:normalViewPr>
  <p:slideViewPr>
    <p:cSldViewPr snapToGrid="0">
      <p:cViewPr varScale="1">
        <p:scale>
          <a:sx n="85" d="100"/>
          <a:sy n="85" d="100"/>
        </p:scale>
        <p:origin x="547"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17E10BF-23B8-4688-B64D-49B5883EABF2}"/>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BO"/>
          </a:p>
        </p:txBody>
      </p:sp>
      <p:sp>
        <p:nvSpPr>
          <p:cNvPr id="3" name="Subtítulo 2">
            <a:extLst>
              <a:ext uri="{FF2B5EF4-FFF2-40B4-BE49-F238E27FC236}">
                <a16:creationId xmlns:a16="http://schemas.microsoft.com/office/drawing/2014/main" id="{B710F9E3-64EE-408C-BF1B-2C35CDF5C7B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BO"/>
          </a:p>
        </p:txBody>
      </p:sp>
      <p:sp>
        <p:nvSpPr>
          <p:cNvPr id="4" name="Marcador de fecha 3">
            <a:extLst>
              <a:ext uri="{FF2B5EF4-FFF2-40B4-BE49-F238E27FC236}">
                <a16:creationId xmlns:a16="http://schemas.microsoft.com/office/drawing/2014/main" id="{7E0163D6-10D9-4DFE-B399-3E85A9B6BA4F}"/>
              </a:ext>
            </a:extLst>
          </p:cNvPr>
          <p:cNvSpPr>
            <a:spLocks noGrp="1"/>
          </p:cNvSpPr>
          <p:nvPr>
            <p:ph type="dt" sz="half" idx="10"/>
          </p:nvPr>
        </p:nvSpPr>
        <p:spPr/>
        <p:txBody>
          <a:bodyPr/>
          <a:lstStyle/>
          <a:p>
            <a:fld id="{AB0B2EDC-265F-43B2-838A-F708CFFCDE5F}" type="datetimeFigureOut">
              <a:rPr lang="es-BO" smtClean="0"/>
              <a:t>4/6/2024</a:t>
            </a:fld>
            <a:endParaRPr lang="es-BO"/>
          </a:p>
        </p:txBody>
      </p:sp>
      <p:sp>
        <p:nvSpPr>
          <p:cNvPr id="5" name="Marcador de pie de página 4">
            <a:extLst>
              <a:ext uri="{FF2B5EF4-FFF2-40B4-BE49-F238E27FC236}">
                <a16:creationId xmlns:a16="http://schemas.microsoft.com/office/drawing/2014/main" id="{4430F656-DC4A-4B25-BEA0-F6C075968C2C}"/>
              </a:ext>
            </a:extLst>
          </p:cNvPr>
          <p:cNvSpPr>
            <a:spLocks noGrp="1"/>
          </p:cNvSpPr>
          <p:nvPr>
            <p:ph type="ftr" sz="quarter" idx="11"/>
          </p:nvPr>
        </p:nvSpPr>
        <p:spPr/>
        <p:txBody>
          <a:bodyPr/>
          <a:lstStyle/>
          <a:p>
            <a:endParaRPr lang="es-BO"/>
          </a:p>
        </p:txBody>
      </p:sp>
      <p:sp>
        <p:nvSpPr>
          <p:cNvPr id="6" name="Marcador de número de diapositiva 5">
            <a:extLst>
              <a:ext uri="{FF2B5EF4-FFF2-40B4-BE49-F238E27FC236}">
                <a16:creationId xmlns:a16="http://schemas.microsoft.com/office/drawing/2014/main" id="{E6584A18-C181-43E7-BA50-C9EA157978E2}"/>
              </a:ext>
            </a:extLst>
          </p:cNvPr>
          <p:cNvSpPr>
            <a:spLocks noGrp="1"/>
          </p:cNvSpPr>
          <p:nvPr>
            <p:ph type="sldNum" sz="quarter" idx="12"/>
          </p:nvPr>
        </p:nvSpPr>
        <p:spPr/>
        <p:txBody>
          <a:bodyPr/>
          <a:lstStyle/>
          <a:p>
            <a:fld id="{E21F2A7A-7576-4923-899B-7BA2C38AEA1E}" type="slidenum">
              <a:rPr lang="es-BO" smtClean="0"/>
              <a:t>‹Nº›</a:t>
            </a:fld>
            <a:endParaRPr lang="es-BO"/>
          </a:p>
        </p:txBody>
      </p:sp>
    </p:spTree>
    <p:extLst>
      <p:ext uri="{BB962C8B-B14F-4D97-AF65-F5344CB8AC3E}">
        <p14:creationId xmlns:p14="http://schemas.microsoft.com/office/powerpoint/2010/main" val="3624409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876EA4E-BA8B-47AC-973F-D65FF13CA43C}"/>
              </a:ext>
            </a:extLst>
          </p:cNvPr>
          <p:cNvSpPr>
            <a:spLocks noGrp="1"/>
          </p:cNvSpPr>
          <p:nvPr>
            <p:ph type="title"/>
          </p:nvPr>
        </p:nvSpPr>
        <p:spPr/>
        <p:txBody>
          <a:bodyPr/>
          <a:lstStyle/>
          <a:p>
            <a:r>
              <a:rPr lang="es-ES"/>
              <a:t>Haga clic para modificar el estilo de título del patrón</a:t>
            </a:r>
            <a:endParaRPr lang="es-BO"/>
          </a:p>
        </p:txBody>
      </p:sp>
      <p:sp>
        <p:nvSpPr>
          <p:cNvPr id="3" name="Marcador de contenido 2">
            <a:extLst>
              <a:ext uri="{FF2B5EF4-FFF2-40B4-BE49-F238E27FC236}">
                <a16:creationId xmlns:a16="http://schemas.microsoft.com/office/drawing/2014/main" id="{0DB1C6B2-8842-4D0C-9117-FA82290F6101}"/>
              </a:ext>
            </a:extLst>
          </p:cNvPr>
          <p:cNvSpPr>
            <a:spLocks noGrp="1"/>
          </p:cNvSpPr>
          <p:nvPr>
            <p:ph idx="1"/>
          </p:nvPr>
        </p:nvSpPr>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BO"/>
          </a:p>
        </p:txBody>
      </p:sp>
      <p:sp>
        <p:nvSpPr>
          <p:cNvPr id="4" name="Marcador de fecha 3">
            <a:extLst>
              <a:ext uri="{FF2B5EF4-FFF2-40B4-BE49-F238E27FC236}">
                <a16:creationId xmlns:a16="http://schemas.microsoft.com/office/drawing/2014/main" id="{CF1EEFD4-58AA-48D1-ACDC-EB678227F633}"/>
              </a:ext>
            </a:extLst>
          </p:cNvPr>
          <p:cNvSpPr>
            <a:spLocks noGrp="1"/>
          </p:cNvSpPr>
          <p:nvPr>
            <p:ph type="dt" sz="half" idx="10"/>
          </p:nvPr>
        </p:nvSpPr>
        <p:spPr/>
        <p:txBody>
          <a:bodyPr/>
          <a:lstStyle/>
          <a:p>
            <a:fld id="{AB0B2EDC-265F-43B2-838A-F708CFFCDE5F}" type="datetimeFigureOut">
              <a:rPr lang="es-BO" smtClean="0"/>
              <a:t>4/6/2024</a:t>
            </a:fld>
            <a:endParaRPr lang="es-BO"/>
          </a:p>
        </p:txBody>
      </p:sp>
      <p:sp>
        <p:nvSpPr>
          <p:cNvPr id="5" name="Marcador de pie de página 4">
            <a:extLst>
              <a:ext uri="{FF2B5EF4-FFF2-40B4-BE49-F238E27FC236}">
                <a16:creationId xmlns:a16="http://schemas.microsoft.com/office/drawing/2014/main" id="{E0DF2578-0FCC-471E-AAAF-26D8BE8993B0}"/>
              </a:ext>
            </a:extLst>
          </p:cNvPr>
          <p:cNvSpPr>
            <a:spLocks noGrp="1"/>
          </p:cNvSpPr>
          <p:nvPr>
            <p:ph type="ftr" sz="quarter" idx="11"/>
          </p:nvPr>
        </p:nvSpPr>
        <p:spPr/>
        <p:txBody>
          <a:bodyPr/>
          <a:lstStyle/>
          <a:p>
            <a:endParaRPr lang="es-BO"/>
          </a:p>
        </p:txBody>
      </p:sp>
      <p:sp>
        <p:nvSpPr>
          <p:cNvPr id="6" name="Marcador de número de diapositiva 5">
            <a:extLst>
              <a:ext uri="{FF2B5EF4-FFF2-40B4-BE49-F238E27FC236}">
                <a16:creationId xmlns:a16="http://schemas.microsoft.com/office/drawing/2014/main" id="{B352C886-A408-4CA6-9C2E-D22548E40753}"/>
              </a:ext>
            </a:extLst>
          </p:cNvPr>
          <p:cNvSpPr>
            <a:spLocks noGrp="1"/>
          </p:cNvSpPr>
          <p:nvPr>
            <p:ph type="sldNum" sz="quarter" idx="12"/>
          </p:nvPr>
        </p:nvSpPr>
        <p:spPr/>
        <p:txBody>
          <a:bodyPr/>
          <a:lstStyle/>
          <a:p>
            <a:fld id="{E21F2A7A-7576-4923-899B-7BA2C38AEA1E}" type="slidenum">
              <a:rPr lang="es-BO" smtClean="0"/>
              <a:t>‹Nº›</a:t>
            </a:fld>
            <a:endParaRPr lang="es-BO"/>
          </a:p>
        </p:txBody>
      </p:sp>
    </p:spTree>
    <p:extLst>
      <p:ext uri="{BB962C8B-B14F-4D97-AF65-F5344CB8AC3E}">
        <p14:creationId xmlns:p14="http://schemas.microsoft.com/office/powerpoint/2010/main" val="2156979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6053EDB-EE3D-432E-BC08-F2A8F8581FDE}"/>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BO"/>
          </a:p>
        </p:txBody>
      </p:sp>
      <p:sp>
        <p:nvSpPr>
          <p:cNvPr id="3" name="Marcador de texto 2">
            <a:extLst>
              <a:ext uri="{FF2B5EF4-FFF2-40B4-BE49-F238E27FC236}">
                <a16:creationId xmlns:a16="http://schemas.microsoft.com/office/drawing/2014/main" id="{C3B5E642-8C1D-4689-96CB-F17B56740B5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Editar los estilos de texto del patrón</a:t>
            </a:r>
          </a:p>
        </p:txBody>
      </p:sp>
      <p:sp>
        <p:nvSpPr>
          <p:cNvPr id="4" name="Marcador de fecha 3">
            <a:extLst>
              <a:ext uri="{FF2B5EF4-FFF2-40B4-BE49-F238E27FC236}">
                <a16:creationId xmlns:a16="http://schemas.microsoft.com/office/drawing/2014/main" id="{25783731-4180-456A-A593-ABFD69206911}"/>
              </a:ext>
            </a:extLst>
          </p:cNvPr>
          <p:cNvSpPr>
            <a:spLocks noGrp="1"/>
          </p:cNvSpPr>
          <p:nvPr>
            <p:ph type="dt" sz="half" idx="10"/>
          </p:nvPr>
        </p:nvSpPr>
        <p:spPr/>
        <p:txBody>
          <a:bodyPr/>
          <a:lstStyle/>
          <a:p>
            <a:fld id="{AB0B2EDC-265F-43B2-838A-F708CFFCDE5F}" type="datetimeFigureOut">
              <a:rPr lang="es-BO" smtClean="0"/>
              <a:t>4/6/2024</a:t>
            </a:fld>
            <a:endParaRPr lang="es-BO"/>
          </a:p>
        </p:txBody>
      </p:sp>
      <p:sp>
        <p:nvSpPr>
          <p:cNvPr id="5" name="Marcador de pie de página 4">
            <a:extLst>
              <a:ext uri="{FF2B5EF4-FFF2-40B4-BE49-F238E27FC236}">
                <a16:creationId xmlns:a16="http://schemas.microsoft.com/office/drawing/2014/main" id="{E816E11E-1D35-4EC9-85E0-7E954193710B}"/>
              </a:ext>
            </a:extLst>
          </p:cNvPr>
          <p:cNvSpPr>
            <a:spLocks noGrp="1"/>
          </p:cNvSpPr>
          <p:nvPr>
            <p:ph type="ftr" sz="quarter" idx="11"/>
          </p:nvPr>
        </p:nvSpPr>
        <p:spPr/>
        <p:txBody>
          <a:bodyPr/>
          <a:lstStyle/>
          <a:p>
            <a:endParaRPr lang="es-BO"/>
          </a:p>
        </p:txBody>
      </p:sp>
      <p:sp>
        <p:nvSpPr>
          <p:cNvPr id="6" name="Marcador de número de diapositiva 5">
            <a:extLst>
              <a:ext uri="{FF2B5EF4-FFF2-40B4-BE49-F238E27FC236}">
                <a16:creationId xmlns:a16="http://schemas.microsoft.com/office/drawing/2014/main" id="{026FF56B-3E34-438F-9084-C2046E6DF471}"/>
              </a:ext>
            </a:extLst>
          </p:cNvPr>
          <p:cNvSpPr>
            <a:spLocks noGrp="1"/>
          </p:cNvSpPr>
          <p:nvPr>
            <p:ph type="sldNum" sz="quarter" idx="12"/>
          </p:nvPr>
        </p:nvSpPr>
        <p:spPr/>
        <p:txBody>
          <a:bodyPr/>
          <a:lstStyle/>
          <a:p>
            <a:fld id="{E21F2A7A-7576-4923-899B-7BA2C38AEA1E}" type="slidenum">
              <a:rPr lang="es-BO" smtClean="0"/>
              <a:t>‹Nº›</a:t>
            </a:fld>
            <a:endParaRPr lang="es-BO"/>
          </a:p>
        </p:txBody>
      </p:sp>
    </p:spTree>
    <p:extLst>
      <p:ext uri="{BB962C8B-B14F-4D97-AF65-F5344CB8AC3E}">
        <p14:creationId xmlns:p14="http://schemas.microsoft.com/office/powerpoint/2010/main" val="20858051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CCA4960-3712-437C-A59E-6E2DFB354F36}"/>
              </a:ext>
            </a:extLst>
          </p:cNvPr>
          <p:cNvSpPr>
            <a:spLocks noGrp="1"/>
          </p:cNvSpPr>
          <p:nvPr>
            <p:ph type="title"/>
          </p:nvPr>
        </p:nvSpPr>
        <p:spPr/>
        <p:txBody>
          <a:bodyPr/>
          <a:lstStyle/>
          <a:p>
            <a:r>
              <a:rPr lang="es-ES"/>
              <a:t>Haga clic para modificar el estilo de título del patrón</a:t>
            </a:r>
            <a:endParaRPr lang="es-BO"/>
          </a:p>
        </p:txBody>
      </p:sp>
      <p:sp>
        <p:nvSpPr>
          <p:cNvPr id="3" name="Marcador de contenido 2">
            <a:extLst>
              <a:ext uri="{FF2B5EF4-FFF2-40B4-BE49-F238E27FC236}">
                <a16:creationId xmlns:a16="http://schemas.microsoft.com/office/drawing/2014/main" id="{0FA521BA-370F-46D9-8B71-7C9A118C2A8A}"/>
              </a:ext>
            </a:extLst>
          </p:cNvPr>
          <p:cNvSpPr>
            <a:spLocks noGrp="1"/>
          </p:cNvSpPr>
          <p:nvPr>
            <p:ph sz="half" idx="1"/>
          </p:nvPr>
        </p:nvSpPr>
        <p:spPr>
          <a:xfrm>
            <a:off x="838200" y="1825625"/>
            <a:ext cx="5181600" cy="4351338"/>
          </a:xfr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BO"/>
          </a:p>
        </p:txBody>
      </p:sp>
      <p:sp>
        <p:nvSpPr>
          <p:cNvPr id="4" name="Marcador de contenido 3">
            <a:extLst>
              <a:ext uri="{FF2B5EF4-FFF2-40B4-BE49-F238E27FC236}">
                <a16:creationId xmlns:a16="http://schemas.microsoft.com/office/drawing/2014/main" id="{DFE0253C-D9D6-4379-8359-D409CC017BE6}"/>
              </a:ext>
            </a:extLst>
          </p:cNvPr>
          <p:cNvSpPr>
            <a:spLocks noGrp="1"/>
          </p:cNvSpPr>
          <p:nvPr>
            <p:ph sz="half" idx="2"/>
          </p:nvPr>
        </p:nvSpPr>
        <p:spPr>
          <a:xfrm>
            <a:off x="6172200" y="1825625"/>
            <a:ext cx="5181600" cy="4351338"/>
          </a:xfr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BO"/>
          </a:p>
        </p:txBody>
      </p:sp>
      <p:sp>
        <p:nvSpPr>
          <p:cNvPr id="5" name="Marcador de fecha 4">
            <a:extLst>
              <a:ext uri="{FF2B5EF4-FFF2-40B4-BE49-F238E27FC236}">
                <a16:creationId xmlns:a16="http://schemas.microsoft.com/office/drawing/2014/main" id="{80EABBCD-BEA5-4483-B54F-84917E59F0B3}"/>
              </a:ext>
            </a:extLst>
          </p:cNvPr>
          <p:cNvSpPr>
            <a:spLocks noGrp="1"/>
          </p:cNvSpPr>
          <p:nvPr>
            <p:ph type="dt" sz="half" idx="10"/>
          </p:nvPr>
        </p:nvSpPr>
        <p:spPr/>
        <p:txBody>
          <a:bodyPr/>
          <a:lstStyle/>
          <a:p>
            <a:fld id="{AB0B2EDC-265F-43B2-838A-F708CFFCDE5F}" type="datetimeFigureOut">
              <a:rPr lang="es-BO" smtClean="0"/>
              <a:t>4/6/2024</a:t>
            </a:fld>
            <a:endParaRPr lang="es-BO"/>
          </a:p>
        </p:txBody>
      </p:sp>
      <p:sp>
        <p:nvSpPr>
          <p:cNvPr id="6" name="Marcador de pie de página 5">
            <a:extLst>
              <a:ext uri="{FF2B5EF4-FFF2-40B4-BE49-F238E27FC236}">
                <a16:creationId xmlns:a16="http://schemas.microsoft.com/office/drawing/2014/main" id="{ED4CA53E-2B74-4F9F-9B7D-7EC5823FC9E1}"/>
              </a:ext>
            </a:extLst>
          </p:cNvPr>
          <p:cNvSpPr>
            <a:spLocks noGrp="1"/>
          </p:cNvSpPr>
          <p:nvPr>
            <p:ph type="ftr" sz="quarter" idx="11"/>
          </p:nvPr>
        </p:nvSpPr>
        <p:spPr/>
        <p:txBody>
          <a:bodyPr/>
          <a:lstStyle/>
          <a:p>
            <a:endParaRPr lang="es-BO"/>
          </a:p>
        </p:txBody>
      </p:sp>
      <p:sp>
        <p:nvSpPr>
          <p:cNvPr id="7" name="Marcador de número de diapositiva 6">
            <a:extLst>
              <a:ext uri="{FF2B5EF4-FFF2-40B4-BE49-F238E27FC236}">
                <a16:creationId xmlns:a16="http://schemas.microsoft.com/office/drawing/2014/main" id="{495F757D-77EF-4C26-A6F2-0E0FCEF7BBDA}"/>
              </a:ext>
            </a:extLst>
          </p:cNvPr>
          <p:cNvSpPr>
            <a:spLocks noGrp="1"/>
          </p:cNvSpPr>
          <p:nvPr>
            <p:ph type="sldNum" sz="quarter" idx="12"/>
          </p:nvPr>
        </p:nvSpPr>
        <p:spPr/>
        <p:txBody>
          <a:bodyPr/>
          <a:lstStyle/>
          <a:p>
            <a:fld id="{E21F2A7A-7576-4923-899B-7BA2C38AEA1E}" type="slidenum">
              <a:rPr lang="es-BO" smtClean="0"/>
              <a:t>‹Nº›</a:t>
            </a:fld>
            <a:endParaRPr lang="es-BO"/>
          </a:p>
        </p:txBody>
      </p:sp>
    </p:spTree>
    <p:extLst>
      <p:ext uri="{BB962C8B-B14F-4D97-AF65-F5344CB8AC3E}">
        <p14:creationId xmlns:p14="http://schemas.microsoft.com/office/powerpoint/2010/main" val="18952404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A9D88FF-7DB6-4651-A3EF-C3465E56F05E}"/>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BO"/>
          </a:p>
        </p:txBody>
      </p:sp>
      <p:sp>
        <p:nvSpPr>
          <p:cNvPr id="3" name="Marcador de texto 2">
            <a:extLst>
              <a:ext uri="{FF2B5EF4-FFF2-40B4-BE49-F238E27FC236}">
                <a16:creationId xmlns:a16="http://schemas.microsoft.com/office/drawing/2014/main" id="{4BA36A79-BB20-4196-A2BA-CD2582AAFC9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a:t>
            </a:r>
          </a:p>
        </p:txBody>
      </p:sp>
      <p:sp>
        <p:nvSpPr>
          <p:cNvPr id="4" name="Marcador de contenido 3">
            <a:extLst>
              <a:ext uri="{FF2B5EF4-FFF2-40B4-BE49-F238E27FC236}">
                <a16:creationId xmlns:a16="http://schemas.microsoft.com/office/drawing/2014/main" id="{2897A047-43E2-4085-B3DE-48D9A4A305A9}"/>
              </a:ext>
            </a:extLst>
          </p:cNvPr>
          <p:cNvSpPr>
            <a:spLocks noGrp="1"/>
          </p:cNvSpPr>
          <p:nvPr>
            <p:ph sz="half" idx="2"/>
          </p:nvPr>
        </p:nvSpPr>
        <p:spPr>
          <a:xfrm>
            <a:off x="839788" y="2505075"/>
            <a:ext cx="5157787" cy="3684588"/>
          </a:xfr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BO"/>
          </a:p>
        </p:txBody>
      </p:sp>
      <p:sp>
        <p:nvSpPr>
          <p:cNvPr id="5" name="Marcador de texto 4">
            <a:extLst>
              <a:ext uri="{FF2B5EF4-FFF2-40B4-BE49-F238E27FC236}">
                <a16:creationId xmlns:a16="http://schemas.microsoft.com/office/drawing/2014/main" id="{6CF3EE1A-D5C1-44BA-89FD-20B523D3630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los estilos de texto del patrón</a:t>
            </a:r>
          </a:p>
        </p:txBody>
      </p:sp>
      <p:sp>
        <p:nvSpPr>
          <p:cNvPr id="6" name="Marcador de contenido 5">
            <a:extLst>
              <a:ext uri="{FF2B5EF4-FFF2-40B4-BE49-F238E27FC236}">
                <a16:creationId xmlns:a16="http://schemas.microsoft.com/office/drawing/2014/main" id="{EDAB5ABF-5400-41B4-B99C-B48054B08750}"/>
              </a:ext>
            </a:extLst>
          </p:cNvPr>
          <p:cNvSpPr>
            <a:spLocks noGrp="1"/>
          </p:cNvSpPr>
          <p:nvPr>
            <p:ph sz="quarter" idx="4"/>
          </p:nvPr>
        </p:nvSpPr>
        <p:spPr>
          <a:xfrm>
            <a:off x="6172200" y="2505075"/>
            <a:ext cx="5183188" cy="3684588"/>
          </a:xfrm>
        </p:spPr>
        <p:txBody>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BO"/>
          </a:p>
        </p:txBody>
      </p:sp>
      <p:sp>
        <p:nvSpPr>
          <p:cNvPr id="7" name="Marcador de fecha 6">
            <a:extLst>
              <a:ext uri="{FF2B5EF4-FFF2-40B4-BE49-F238E27FC236}">
                <a16:creationId xmlns:a16="http://schemas.microsoft.com/office/drawing/2014/main" id="{E4729E05-733C-4C05-A7A8-0D4EEF87D783}"/>
              </a:ext>
            </a:extLst>
          </p:cNvPr>
          <p:cNvSpPr>
            <a:spLocks noGrp="1"/>
          </p:cNvSpPr>
          <p:nvPr>
            <p:ph type="dt" sz="half" idx="10"/>
          </p:nvPr>
        </p:nvSpPr>
        <p:spPr/>
        <p:txBody>
          <a:bodyPr/>
          <a:lstStyle/>
          <a:p>
            <a:fld id="{AB0B2EDC-265F-43B2-838A-F708CFFCDE5F}" type="datetimeFigureOut">
              <a:rPr lang="es-BO" smtClean="0"/>
              <a:t>4/6/2024</a:t>
            </a:fld>
            <a:endParaRPr lang="es-BO"/>
          </a:p>
        </p:txBody>
      </p:sp>
      <p:sp>
        <p:nvSpPr>
          <p:cNvPr id="8" name="Marcador de pie de página 7">
            <a:extLst>
              <a:ext uri="{FF2B5EF4-FFF2-40B4-BE49-F238E27FC236}">
                <a16:creationId xmlns:a16="http://schemas.microsoft.com/office/drawing/2014/main" id="{A411C741-DA2F-405E-B3CD-3D1C25E0A85D}"/>
              </a:ext>
            </a:extLst>
          </p:cNvPr>
          <p:cNvSpPr>
            <a:spLocks noGrp="1"/>
          </p:cNvSpPr>
          <p:nvPr>
            <p:ph type="ftr" sz="quarter" idx="11"/>
          </p:nvPr>
        </p:nvSpPr>
        <p:spPr/>
        <p:txBody>
          <a:bodyPr/>
          <a:lstStyle/>
          <a:p>
            <a:endParaRPr lang="es-BO"/>
          </a:p>
        </p:txBody>
      </p:sp>
      <p:sp>
        <p:nvSpPr>
          <p:cNvPr id="9" name="Marcador de número de diapositiva 8">
            <a:extLst>
              <a:ext uri="{FF2B5EF4-FFF2-40B4-BE49-F238E27FC236}">
                <a16:creationId xmlns:a16="http://schemas.microsoft.com/office/drawing/2014/main" id="{71311DC5-D35F-4388-AF4C-3BA8D488B1CB}"/>
              </a:ext>
            </a:extLst>
          </p:cNvPr>
          <p:cNvSpPr>
            <a:spLocks noGrp="1"/>
          </p:cNvSpPr>
          <p:nvPr>
            <p:ph type="sldNum" sz="quarter" idx="12"/>
          </p:nvPr>
        </p:nvSpPr>
        <p:spPr/>
        <p:txBody>
          <a:bodyPr/>
          <a:lstStyle/>
          <a:p>
            <a:fld id="{E21F2A7A-7576-4923-899B-7BA2C38AEA1E}" type="slidenum">
              <a:rPr lang="es-BO" smtClean="0"/>
              <a:t>‹Nº›</a:t>
            </a:fld>
            <a:endParaRPr lang="es-BO"/>
          </a:p>
        </p:txBody>
      </p:sp>
    </p:spTree>
    <p:extLst>
      <p:ext uri="{BB962C8B-B14F-4D97-AF65-F5344CB8AC3E}">
        <p14:creationId xmlns:p14="http://schemas.microsoft.com/office/powerpoint/2010/main" val="10187101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6FBB2BA-FFDE-4654-B201-EFC8E1CB4F04}"/>
              </a:ext>
            </a:extLst>
          </p:cNvPr>
          <p:cNvSpPr>
            <a:spLocks noGrp="1"/>
          </p:cNvSpPr>
          <p:nvPr>
            <p:ph type="title"/>
          </p:nvPr>
        </p:nvSpPr>
        <p:spPr/>
        <p:txBody>
          <a:bodyPr/>
          <a:lstStyle/>
          <a:p>
            <a:r>
              <a:rPr lang="es-ES"/>
              <a:t>Haga clic para modificar el estilo de título del patrón</a:t>
            </a:r>
            <a:endParaRPr lang="es-BO"/>
          </a:p>
        </p:txBody>
      </p:sp>
      <p:sp>
        <p:nvSpPr>
          <p:cNvPr id="3" name="Marcador de fecha 2">
            <a:extLst>
              <a:ext uri="{FF2B5EF4-FFF2-40B4-BE49-F238E27FC236}">
                <a16:creationId xmlns:a16="http://schemas.microsoft.com/office/drawing/2014/main" id="{C480821B-C898-480F-ABD8-6ECBC7A0E4F8}"/>
              </a:ext>
            </a:extLst>
          </p:cNvPr>
          <p:cNvSpPr>
            <a:spLocks noGrp="1"/>
          </p:cNvSpPr>
          <p:nvPr>
            <p:ph type="dt" sz="half" idx="10"/>
          </p:nvPr>
        </p:nvSpPr>
        <p:spPr/>
        <p:txBody>
          <a:bodyPr/>
          <a:lstStyle/>
          <a:p>
            <a:fld id="{AB0B2EDC-265F-43B2-838A-F708CFFCDE5F}" type="datetimeFigureOut">
              <a:rPr lang="es-BO" smtClean="0"/>
              <a:t>4/6/2024</a:t>
            </a:fld>
            <a:endParaRPr lang="es-BO"/>
          </a:p>
        </p:txBody>
      </p:sp>
      <p:sp>
        <p:nvSpPr>
          <p:cNvPr id="4" name="Marcador de pie de página 3">
            <a:extLst>
              <a:ext uri="{FF2B5EF4-FFF2-40B4-BE49-F238E27FC236}">
                <a16:creationId xmlns:a16="http://schemas.microsoft.com/office/drawing/2014/main" id="{A8526C79-83CA-49EB-B4C1-E91B1D7D085A}"/>
              </a:ext>
            </a:extLst>
          </p:cNvPr>
          <p:cNvSpPr>
            <a:spLocks noGrp="1"/>
          </p:cNvSpPr>
          <p:nvPr>
            <p:ph type="ftr" sz="quarter" idx="11"/>
          </p:nvPr>
        </p:nvSpPr>
        <p:spPr/>
        <p:txBody>
          <a:bodyPr/>
          <a:lstStyle/>
          <a:p>
            <a:endParaRPr lang="es-BO"/>
          </a:p>
        </p:txBody>
      </p:sp>
      <p:sp>
        <p:nvSpPr>
          <p:cNvPr id="5" name="Marcador de número de diapositiva 4">
            <a:extLst>
              <a:ext uri="{FF2B5EF4-FFF2-40B4-BE49-F238E27FC236}">
                <a16:creationId xmlns:a16="http://schemas.microsoft.com/office/drawing/2014/main" id="{F6238C0B-237B-475E-8FA5-B207CCA7FFBC}"/>
              </a:ext>
            </a:extLst>
          </p:cNvPr>
          <p:cNvSpPr>
            <a:spLocks noGrp="1"/>
          </p:cNvSpPr>
          <p:nvPr>
            <p:ph type="sldNum" sz="quarter" idx="12"/>
          </p:nvPr>
        </p:nvSpPr>
        <p:spPr/>
        <p:txBody>
          <a:bodyPr/>
          <a:lstStyle/>
          <a:p>
            <a:fld id="{E21F2A7A-7576-4923-899B-7BA2C38AEA1E}" type="slidenum">
              <a:rPr lang="es-BO" smtClean="0"/>
              <a:t>‹Nº›</a:t>
            </a:fld>
            <a:endParaRPr lang="es-BO"/>
          </a:p>
        </p:txBody>
      </p:sp>
    </p:spTree>
    <p:extLst>
      <p:ext uri="{BB962C8B-B14F-4D97-AF65-F5344CB8AC3E}">
        <p14:creationId xmlns:p14="http://schemas.microsoft.com/office/powerpoint/2010/main" val="2266390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9744A37A-6384-4254-9AD7-AFFACD2383D4}"/>
              </a:ext>
            </a:extLst>
          </p:cNvPr>
          <p:cNvSpPr>
            <a:spLocks noGrp="1"/>
          </p:cNvSpPr>
          <p:nvPr>
            <p:ph type="dt" sz="half" idx="10"/>
          </p:nvPr>
        </p:nvSpPr>
        <p:spPr/>
        <p:txBody>
          <a:bodyPr/>
          <a:lstStyle/>
          <a:p>
            <a:fld id="{AB0B2EDC-265F-43B2-838A-F708CFFCDE5F}" type="datetimeFigureOut">
              <a:rPr lang="es-BO" smtClean="0"/>
              <a:t>4/6/2024</a:t>
            </a:fld>
            <a:endParaRPr lang="es-BO"/>
          </a:p>
        </p:txBody>
      </p:sp>
      <p:sp>
        <p:nvSpPr>
          <p:cNvPr id="3" name="Marcador de pie de página 2">
            <a:extLst>
              <a:ext uri="{FF2B5EF4-FFF2-40B4-BE49-F238E27FC236}">
                <a16:creationId xmlns:a16="http://schemas.microsoft.com/office/drawing/2014/main" id="{14334AED-BD2B-4522-A8A6-0C493F79A86E}"/>
              </a:ext>
            </a:extLst>
          </p:cNvPr>
          <p:cNvSpPr>
            <a:spLocks noGrp="1"/>
          </p:cNvSpPr>
          <p:nvPr>
            <p:ph type="ftr" sz="quarter" idx="11"/>
          </p:nvPr>
        </p:nvSpPr>
        <p:spPr/>
        <p:txBody>
          <a:bodyPr/>
          <a:lstStyle/>
          <a:p>
            <a:endParaRPr lang="es-BO"/>
          </a:p>
        </p:txBody>
      </p:sp>
      <p:sp>
        <p:nvSpPr>
          <p:cNvPr id="4" name="Marcador de número de diapositiva 3">
            <a:extLst>
              <a:ext uri="{FF2B5EF4-FFF2-40B4-BE49-F238E27FC236}">
                <a16:creationId xmlns:a16="http://schemas.microsoft.com/office/drawing/2014/main" id="{9CCA4EBE-D922-4CA9-B9AA-2D955CF5EC20}"/>
              </a:ext>
            </a:extLst>
          </p:cNvPr>
          <p:cNvSpPr>
            <a:spLocks noGrp="1"/>
          </p:cNvSpPr>
          <p:nvPr>
            <p:ph type="sldNum" sz="quarter" idx="12"/>
          </p:nvPr>
        </p:nvSpPr>
        <p:spPr/>
        <p:txBody>
          <a:bodyPr/>
          <a:lstStyle/>
          <a:p>
            <a:fld id="{E21F2A7A-7576-4923-899B-7BA2C38AEA1E}" type="slidenum">
              <a:rPr lang="es-BO" smtClean="0"/>
              <a:t>‹Nº›</a:t>
            </a:fld>
            <a:endParaRPr lang="es-BO"/>
          </a:p>
        </p:txBody>
      </p:sp>
    </p:spTree>
    <p:extLst>
      <p:ext uri="{BB962C8B-B14F-4D97-AF65-F5344CB8AC3E}">
        <p14:creationId xmlns:p14="http://schemas.microsoft.com/office/powerpoint/2010/main" val="12988067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C8C7AAF-4B41-4120-A399-E70D60040E71}"/>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BO"/>
          </a:p>
        </p:txBody>
      </p:sp>
      <p:sp>
        <p:nvSpPr>
          <p:cNvPr id="3" name="Marcador de contenido 2">
            <a:extLst>
              <a:ext uri="{FF2B5EF4-FFF2-40B4-BE49-F238E27FC236}">
                <a16:creationId xmlns:a16="http://schemas.microsoft.com/office/drawing/2014/main" id="{06AE0460-10B0-482E-9485-4C1DB379B14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BO"/>
          </a:p>
        </p:txBody>
      </p:sp>
      <p:sp>
        <p:nvSpPr>
          <p:cNvPr id="4" name="Marcador de texto 3">
            <a:extLst>
              <a:ext uri="{FF2B5EF4-FFF2-40B4-BE49-F238E27FC236}">
                <a16:creationId xmlns:a16="http://schemas.microsoft.com/office/drawing/2014/main" id="{9BF3EC0F-3F6F-430E-8987-A68A0BC75E5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los estilos de texto del patrón</a:t>
            </a:r>
          </a:p>
        </p:txBody>
      </p:sp>
      <p:sp>
        <p:nvSpPr>
          <p:cNvPr id="5" name="Marcador de fecha 4">
            <a:extLst>
              <a:ext uri="{FF2B5EF4-FFF2-40B4-BE49-F238E27FC236}">
                <a16:creationId xmlns:a16="http://schemas.microsoft.com/office/drawing/2014/main" id="{71F40F8D-3B6B-4DC6-9527-8FFF32D09C70}"/>
              </a:ext>
            </a:extLst>
          </p:cNvPr>
          <p:cNvSpPr>
            <a:spLocks noGrp="1"/>
          </p:cNvSpPr>
          <p:nvPr>
            <p:ph type="dt" sz="half" idx="10"/>
          </p:nvPr>
        </p:nvSpPr>
        <p:spPr/>
        <p:txBody>
          <a:bodyPr/>
          <a:lstStyle/>
          <a:p>
            <a:fld id="{AB0B2EDC-265F-43B2-838A-F708CFFCDE5F}" type="datetimeFigureOut">
              <a:rPr lang="es-BO" smtClean="0"/>
              <a:t>4/6/2024</a:t>
            </a:fld>
            <a:endParaRPr lang="es-BO"/>
          </a:p>
        </p:txBody>
      </p:sp>
      <p:sp>
        <p:nvSpPr>
          <p:cNvPr id="6" name="Marcador de pie de página 5">
            <a:extLst>
              <a:ext uri="{FF2B5EF4-FFF2-40B4-BE49-F238E27FC236}">
                <a16:creationId xmlns:a16="http://schemas.microsoft.com/office/drawing/2014/main" id="{19F2A7CF-4D3A-4C2D-A71D-09F977B23322}"/>
              </a:ext>
            </a:extLst>
          </p:cNvPr>
          <p:cNvSpPr>
            <a:spLocks noGrp="1"/>
          </p:cNvSpPr>
          <p:nvPr>
            <p:ph type="ftr" sz="quarter" idx="11"/>
          </p:nvPr>
        </p:nvSpPr>
        <p:spPr/>
        <p:txBody>
          <a:bodyPr/>
          <a:lstStyle/>
          <a:p>
            <a:endParaRPr lang="es-BO"/>
          </a:p>
        </p:txBody>
      </p:sp>
      <p:sp>
        <p:nvSpPr>
          <p:cNvPr id="7" name="Marcador de número de diapositiva 6">
            <a:extLst>
              <a:ext uri="{FF2B5EF4-FFF2-40B4-BE49-F238E27FC236}">
                <a16:creationId xmlns:a16="http://schemas.microsoft.com/office/drawing/2014/main" id="{D49807B3-D7A9-4896-AA5A-07839C251825}"/>
              </a:ext>
            </a:extLst>
          </p:cNvPr>
          <p:cNvSpPr>
            <a:spLocks noGrp="1"/>
          </p:cNvSpPr>
          <p:nvPr>
            <p:ph type="sldNum" sz="quarter" idx="12"/>
          </p:nvPr>
        </p:nvSpPr>
        <p:spPr/>
        <p:txBody>
          <a:bodyPr/>
          <a:lstStyle/>
          <a:p>
            <a:fld id="{E21F2A7A-7576-4923-899B-7BA2C38AEA1E}" type="slidenum">
              <a:rPr lang="es-BO" smtClean="0"/>
              <a:t>‹Nº›</a:t>
            </a:fld>
            <a:endParaRPr lang="es-BO"/>
          </a:p>
        </p:txBody>
      </p:sp>
    </p:spTree>
    <p:extLst>
      <p:ext uri="{BB962C8B-B14F-4D97-AF65-F5344CB8AC3E}">
        <p14:creationId xmlns:p14="http://schemas.microsoft.com/office/powerpoint/2010/main" val="5615167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66EEDFF-34F2-4A6A-A713-218A64BCCA64}"/>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BO"/>
          </a:p>
        </p:txBody>
      </p:sp>
      <p:sp>
        <p:nvSpPr>
          <p:cNvPr id="3" name="Marcador de posición de imagen 2">
            <a:extLst>
              <a:ext uri="{FF2B5EF4-FFF2-40B4-BE49-F238E27FC236}">
                <a16:creationId xmlns:a16="http://schemas.microsoft.com/office/drawing/2014/main" id="{E05F33CD-162B-4F7A-AD83-22E21E19995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BO"/>
          </a:p>
        </p:txBody>
      </p:sp>
      <p:sp>
        <p:nvSpPr>
          <p:cNvPr id="4" name="Marcador de texto 3">
            <a:extLst>
              <a:ext uri="{FF2B5EF4-FFF2-40B4-BE49-F238E27FC236}">
                <a16:creationId xmlns:a16="http://schemas.microsoft.com/office/drawing/2014/main" id="{5119B1AF-1938-4E87-B0ED-8F8790C4C7B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los estilos de texto del patrón</a:t>
            </a:r>
          </a:p>
        </p:txBody>
      </p:sp>
      <p:sp>
        <p:nvSpPr>
          <p:cNvPr id="5" name="Marcador de fecha 4">
            <a:extLst>
              <a:ext uri="{FF2B5EF4-FFF2-40B4-BE49-F238E27FC236}">
                <a16:creationId xmlns:a16="http://schemas.microsoft.com/office/drawing/2014/main" id="{292FF189-1DF9-4681-9C58-97B23F2D6DAE}"/>
              </a:ext>
            </a:extLst>
          </p:cNvPr>
          <p:cNvSpPr>
            <a:spLocks noGrp="1"/>
          </p:cNvSpPr>
          <p:nvPr>
            <p:ph type="dt" sz="half" idx="10"/>
          </p:nvPr>
        </p:nvSpPr>
        <p:spPr/>
        <p:txBody>
          <a:bodyPr/>
          <a:lstStyle/>
          <a:p>
            <a:fld id="{AB0B2EDC-265F-43B2-838A-F708CFFCDE5F}" type="datetimeFigureOut">
              <a:rPr lang="es-BO" smtClean="0"/>
              <a:t>4/6/2024</a:t>
            </a:fld>
            <a:endParaRPr lang="es-BO"/>
          </a:p>
        </p:txBody>
      </p:sp>
      <p:sp>
        <p:nvSpPr>
          <p:cNvPr id="6" name="Marcador de pie de página 5">
            <a:extLst>
              <a:ext uri="{FF2B5EF4-FFF2-40B4-BE49-F238E27FC236}">
                <a16:creationId xmlns:a16="http://schemas.microsoft.com/office/drawing/2014/main" id="{2CA85890-BF52-4FEB-824B-3ADC6F0A1BCA}"/>
              </a:ext>
            </a:extLst>
          </p:cNvPr>
          <p:cNvSpPr>
            <a:spLocks noGrp="1"/>
          </p:cNvSpPr>
          <p:nvPr>
            <p:ph type="ftr" sz="quarter" idx="11"/>
          </p:nvPr>
        </p:nvSpPr>
        <p:spPr/>
        <p:txBody>
          <a:bodyPr/>
          <a:lstStyle/>
          <a:p>
            <a:endParaRPr lang="es-BO"/>
          </a:p>
        </p:txBody>
      </p:sp>
      <p:sp>
        <p:nvSpPr>
          <p:cNvPr id="7" name="Marcador de número de diapositiva 6">
            <a:extLst>
              <a:ext uri="{FF2B5EF4-FFF2-40B4-BE49-F238E27FC236}">
                <a16:creationId xmlns:a16="http://schemas.microsoft.com/office/drawing/2014/main" id="{F043F064-F40D-4331-AED2-ADA37B5D6050}"/>
              </a:ext>
            </a:extLst>
          </p:cNvPr>
          <p:cNvSpPr>
            <a:spLocks noGrp="1"/>
          </p:cNvSpPr>
          <p:nvPr>
            <p:ph type="sldNum" sz="quarter" idx="12"/>
          </p:nvPr>
        </p:nvSpPr>
        <p:spPr/>
        <p:txBody>
          <a:bodyPr/>
          <a:lstStyle/>
          <a:p>
            <a:fld id="{E21F2A7A-7576-4923-899B-7BA2C38AEA1E}" type="slidenum">
              <a:rPr lang="es-BO" smtClean="0"/>
              <a:t>‹Nº›</a:t>
            </a:fld>
            <a:endParaRPr lang="es-BO"/>
          </a:p>
        </p:txBody>
      </p:sp>
    </p:spTree>
    <p:extLst>
      <p:ext uri="{BB962C8B-B14F-4D97-AF65-F5344CB8AC3E}">
        <p14:creationId xmlns:p14="http://schemas.microsoft.com/office/powerpoint/2010/main" val="37611535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B0A94CB-69E3-4D94-8902-F1BD1C869F13}"/>
              </a:ext>
            </a:extLst>
          </p:cNvPr>
          <p:cNvSpPr>
            <a:spLocks noGrp="1"/>
          </p:cNvSpPr>
          <p:nvPr>
            <p:ph type="title"/>
          </p:nvPr>
        </p:nvSpPr>
        <p:spPr/>
        <p:txBody>
          <a:bodyPr/>
          <a:lstStyle/>
          <a:p>
            <a:r>
              <a:rPr lang="es-ES"/>
              <a:t>Haga clic para modificar el estilo de título del patrón</a:t>
            </a:r>
            <a:endParaRPr lang="es-BO"/>
          </a:p>
        </p:txBody>
      </p:sp>
      <p:sp>
        <p:nvSpPr>
          <p:cNvPr id="3" name="Marcador de texto vertical 2">
            <a:extLst>
              <a:ext uri="{FF2B5EF4-FFF2-40B4-BE49-F238E27FC236}">
                <a16:creationId xmlns:a16="http://schemas.microsoft.com/office/drawing/2014/main" id="{66FB1AC8-789F-4BC7-A807-AABA8AE0364E}"/>
              </a:ext>
            </a:extLst>
          </p:cNvPr>
          <p:cNvSpPr>
            <a:spLocks noGrp="1"/>
          </p:cNvSpPr>
          <p:nvPr>
            <p:ph type="body" orient="vert" idx="1"/>
          </p:nvPr>
        </p:nvSpPr>
        <p:spPr/>
        <p:txBody>
          <a:bodyPr vert="eaVert"/>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BO"/>
          </a:p>
        </p:txBody>
      </p:sp>
      <p:sp>
        <p:nvSpPr>
          <p:cNvPr id="4" name="Marcador de fecha 3">
            <a:extLst>
              <a:ext uri="{FF2B5EF4-FFF2-40B4-BE49-F238E27FC236}">
                <a16:creationId xmlns:a16="http://schemas.microsoft.com/office/drawing/2014/main" id="{2A4FBB1D-3EEB-4FDA-A10C-1FED14B82AC3}"/>
              </a:ext>
            </a:extLst>
          </p:cNvPr>
          <p:cNvSpPr>
            <a:spLocks noGrp="1"/>
          </p:cNvSpPr>
          <p:nvPr>
            <p:ph type="dt" sz="half" idx="10"/>
          </p:nvPr>
        </p:nvSpPr>
        <p:spPr/>
        <p:txBody>
          <a:bodyPr/>
          <a:lstStyle/>
          <a:p>
            <a:fld id="{AB0B2EDC-265F-43B2-838A-F708CFFCDE5F}" type="datetimeFigureOut">
              <a:rPr lang="es-BO" smtClean="0"/>
              <a:t>4/6/2024</a:t>
            </a:fld>
            <a:endParaRPr lang="es-BO"/>
          </a:p>
        </p:txBody>
      </p:sp>
      <p:sp>
        <p:nvSpPr>
          <p:cNvPr id="5" name="Marcador de pie de página 4">
            <a:extLst>
              <a:ext uri="{FF2B5EF4-FFF2-40B4-BE49-F238E27FC236}">
                <a16:creationId xmlns:a16="http://schemas.microsoft.com/office/drawing/2014/main" id="{95B44381-D7D7-4A48-B67B-DC1FA3492F14}"/>
              </a:ext>
            </a:extLst>
          </p:cNvPr>
          <p:cNvSpPr>
            <a:spLocks noGrp="1"/>
          </p:cNvSpPr>
          <p:nvPr>
            <p:ph type="ftr" sz="quarter" idx="11"/>
          </p:nvPr>
        </p:nvSpPr>
        <p:spPr/>
        <p:txBody>
          <a:bodyPr/>
          <a:lstStyle/>
          <a:p>
            <a:endParaRPr lang="es-BO"/>
          </a:p>
        </p:txBody>
      </p:sp>
      <p:sp>
        <p:nvSpPr>
          <p:cNvPr id="6" name="Marcador de número de diapositiva 5">
            <a:extLst>
              <a:ext uri="{FF2B5EF4-FFF2-40B4-BE49-F238E27FC236}">
                <a16:creationId xmlns:a16="http://schemas.microsoft.com/office/drawing/2014/main" id="{573B2D8A-2537-460F-911A-6C2C8C3A57B5}"/>
              </a:ext>
            </a:extLst>
          </p:cNvPr>
          <p:cNvSpPr>
            <a:spLocks noGrp="1"/>
          </p:cNvSpPr>
          <p:nvPr>
            <p:ph type="sldNum" sz="quarter" idx="12"/>
          </p:nvPr>
        </p:nvSpPr>
        <p:spPr/>
        <p:txBody>
          <a:bodyPr/>
          <a:lstStyle/>
          <a:p>
            <a:fld id="{E21F2A7A-7576-4923-899B-7BA2C38AEA1E}" type="slidenum">
              <a:rPr lang="es-BO" smtClean="0"/>
              <a:t>‹Nº›</a:t>
            </a:fld>
            <a:endParaRPr lang="es-BO"/>
          </a:p>
        </p:txBody>
      </p:sp>
    </p:spTree>
    <p:extLst>
      <p:ext uri="{BB962C8B-B14F-4D97-AF65-F5344CB8AC3E}">
        <p14:creationId xmlns:p14="http://schemas.microsoft.com/office/powerpoint/2010/main" val="42512450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021ED276-127C-42E5-8CEB-993A045A3668}"/>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BO"/>
          </a:p>
        </p:txBody>
      </p:sp>
      <p:sp>
        <p:nvSpPr>
          <p:cNvPr id="3" name="Marcador de texto vertical 2">
            <a:extLst>
              <a:ext uri="{FF2B5EF4-FFF2-40B4-BE49-F238E27FC236}">
                <a16:creationId xmlns:a16="http://schemas.microsoft.com/office/drawing/2014/main" id="{DFE874CB-94C4-4AD8-8A11-D11968397A7A}"/>
              </a:ext>
            </a:extLst>
          </p:cNvPr>
          <p:cNvSpPr>
            <a:spLocks noGrp="1"/>
          </p:cNvSpPr>
          <p:nvPr>
            <p:ph type="body" orient="vert" idx="1"/>
          </p:nvPr>
        </p:nvSpPr>
        <p:spPr>
          <a:xfrm>
            <a:off x="838200" y="365125"/>
            <a:ext cx="7734300" cy="5811838"/>
          </a:xfrm>
        </p:spPr>
        <p:txBody>
          <a:bodyPr vert="eaVert"/>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BO"/>
          </a:p>
        </p:txBody>
      </p:sp>
      <p:sp>
        <p:nvSpPr>
          <p:cNvPr id="4" name="Marcador de fecha 3">
            <a:extLst>
              <a:ext uri="{FF2B5EF4-FFF2-40B4-BE49-F238E27FC236}">
                <a16:creationId xmlns:a16="http://schemas.microsoft.com/office/drawing/2014/main" id="{7251772C-CEF1-4AAF-BBF9-62243BDA55E8}"/>
              </a:ext>
            </a:extLst>
          </p:cNvPr>
          <p:cNvSpPr>
            <a:spLocks noGrp="1"/>
          </p:cNvSpPr>
          <p:nvPr>
            <p:ph type="dt" sz="half" idx="10"/>
          </p:nvPr>
        </p:nvSpPr>
        <p:spPr/>
        <p:txBody>
          <a:bodyPr/>
          <a:lstStyle/>
          <a:p>
            <a:fld id="{AB0B2EDC-265F-43B2-838A-F708CFFCDE5F}" type="datetimeFigureOut">
              <a:rPr lang="es-BO" smtClean="0"/>
              <a:t>4/6/2024</a:t>
            </a:fld>
            <a:endParaRPr lang="es-BO"/>
          </a:p>
        </p:txBody>
      </p:sp>
      <p:sp>
        <p:nvSpPr>
          <p:cNvPr id="5" name="Marcador de pie de página 4">
            <a:extLst>
              <a:ext uri="{FF2B5EF4-FFF2-40B4-BE49-F238E27FC236}">
                <a16:creationId xmlns:a16="http://schemas.microsoft.com/office/drawing/2014/main" id="{4C0B8BCD-6EC7-4E66-8404-F2D7EF0CE5C2}"/>
              </a:ext>
            </a:extLst>
          </p:cNvPr>
          <p:cNvSpPr>
            <a:spLocks noGrp="1"/>
          </p:cNvSpPr>
          <p:nvPr>
            <p:ph type="ftr" sz="quarter" idx="11"/>
          </p:nvPr>
        </p:nvSpPr>
        <p:spPr/>
        <p:txBody>
          <a:bodyPr/>
          <a:lstStyle/>
          <a:p>
            <a:endParaRPr lang="es-BO"/>
          </a:p>
        </p:txBody>
      </p:sp>
      <p:sp>
        <p:nvSpPr>
          <p:cNvPr id="6" name="Marcador de número de diapositiva 5">
            <a:extLst>
              <a:ext uri="{FF2B5EF4-FFF2-40B4-BE49-F238E27FC236}">
                <a16:creationId xmlns:a16="http://schemas.microsoft.com/office/drawing/2014/main" id="{C33CBF35-BDEC-4BC4-9302-256AD5C3B483}"/>
              </a:ext>
            </a:extLst>
          </p:cNvPr>
          <p:cNvSpPr>
            <a:spLocks noGrp="1"/>
          </p:cNvSpPr>
          <p:nvPr>
            <p:ph type="sldNum" sz="quarter" idx="12"/>
          </p:nvPr>
        </p:nvSpPr>
        <p:spPr/>
        <p:txBody>
          <a:bodyPr/>
          <a:lstStyle/>
          <a:p>
            <a:fld id="{E21F2A7A-7576-4923-899B-7BA2C38AEA1E}" type="slidenum">
              <a:rPr lang="es-BO" smtClean="0"/>
              <a:t>‹Nº›</a:t>
            </a:fld>
            <a:endParaRPr lang="es-BO"/>
          </a:p>
        </p:txBody>
      </p:sp>
    </p:spTree>
    <p:extLst>
      <p:ext uri="{BB962C8B-B14F-4D97-AF65-F5344CB8AC3E}">
        <p14:creationId xmlns:p14="http://schemas.microsoft.com/office/powerpoint/2010/main" val="16783692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10A0BFD4-AB58-4958-B402-73991B6F544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BO"/>
          </a:p>
        </p:txBody>
      </p:sp>
      <p:sp>
        <p:nvSpPr>
          <p:cNvPr id="3" name="Marcador de texto 2">
            <a:extLst>
              <a:ext uri="{FF2B5EF4-FFF2-40B4-BE49-F238E27FC236}">
                <a16:creationId xmlns:a16="http://schemas.microsoft.com/office/drawing/2014/main" id="{8B8A179F-B015-492E-A4C3-7B244656A86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BO"/>
          </a:p>
        </p:txBody>
      </p:sp>
      <p:sp>
        <p:nvSpPr>
          <p:cNvPr id="4" name="Marcador de fecha 3">
            <a:extLst>
              <a:ext uri="{FF2B5EF4-FFF2-40B4-BE49-F238E27FC236}">
                <a16:creationId xmlns:a16="http://schemas.microsoft.com/office/drawing/2014/main" id="{ADFFF40F-1987-437E-A969-DC78CB1EC5E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B0B2EDC-265F-43B2-838A-F708CFFCDE5F}" type="datetimeFigureOut">
              <a:rPr lang="es-BO" smtClean="0"/>
              <a:t>4/6/2024</a:t>
            </a:fld>
            <a:endParaRPr lang="es-BO"/>
          </a:p>
        </p:txBody>
      </p:sp>
      <p:sp>
        <p:nvSpPr>
          <p:cNvPr id="5" name="Marcador de pie de página 4">
            <a:extLst>
              <a:ext uri="{FF2B5EF4-FFF2-40B4-BE49-F238E27FC236}">
                <a16:creationId xmlns:a16="http://schemas.microsoft.com/office/drawing/2014/main" id="{FC4835EC-65AA-4A7C-A9DA-5A51292B9FC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BO"/>
          </a:p>
        </p:txBody>
      </p:sp>
      <p:sp>
        <p:nvSpPr>
          <p:cNvPr id="6" name="Marcador de número de diapositiva 5">
            <a:extLst>
              <a:ext uri="{FF2B5EF4-FFF2-40B4-BE49-F238E27FC236}">
                <a16:creationId xmlns:a16="http://schemas.microsoft.com/office/drawing/2014/main" id="{11E9A98D-8857-44BB-9EB4-D5DFD65549A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21F2A7A-7576-4923-899B-7BA2C38AEA1E}" type="slidenum">
              <a:rPr lang="es-BO" smtClean="0"/>
              <a:t>‹Nº›</a:t>
            </a:fld>
            <a:endParaRPr lang="es-BO"/>
          </a:p>
        </p:txBody>
      </p:sp>
    </p:spTree>
    <p:extLst>
      <p:ext uri="{BB962C8B-B14F-4D97-AF65-F5344CB8AC3E}">
        <p14:creationId xmlns:p14="http://schemas.microsoft.com/office/powerpoint/2010/main" val="35866896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B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jp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7.emf"/><Relationship Id="rId7" Type="http://schemas.openxmlformats.org/officeDocument/2006/relationships/image" Target="../media/image11.png"/><Relationship Id="rId2" Type="http://schemas.openxmlformats.org/officeDocument/2006/relationships/image" Target="../media/image2.jp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emf"/><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emf"/><Relationship Id="rId7" Type="http://schemas.openxmlformats.org/officeDocument/2006/relationships/image" Target="../media/image16.png"/><Relationship Id="rId2" Type="http://schemas.openxmlformats.org/officeDocument/2006/relationships/image" Target="../media/image2.jpg"/><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emf"/><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jpg"/><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jpg"/><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0BD13B29-62CA-4EFE-8047-0E24A4B77C2F}"/>
              </a:ext>
            </a:extLst>
          </p:cNvPr>
          <p:cNvSpPr/>
          <p:nvPr/>
        </p:nvSpPr>
        <p:spPr>
          <a:xfrm>
            <a:off x="0" y="0"/>
            <a:ext cx="12192000" cy="6858000"/>
          </a:xfrm>
          <a:prstGeom prst="rect">
            <a:avLst/>
          </a:prstGeom>
          <a:blipFill dpi="0" rotWithShape="1">
            <a:blip r:embed="rId2">
              <a:alphaModFix amt="26000"/>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BO" dirty="0"/>
          </a:p>
        </p:txBody>
      </p:sp>
      <p:sp>
        <p:nvSpPr>
          <p:cNvPr id="5" name="CuadroTexto 4">
            <a:extLst>
              <a:ext uri="{FF2B5EF4-FFF2-40B4-BE49-F238E27FC236}">
                <a16:creationId xmlns:a16="http://schemas.microsoft.com/office/drawing/2014/main" id="{4F4C1DAA-603D-4B75-82BE-EB4539647D62}"/>
              </a:ext>
            </a:extLst>
          </p:cNvPr>
          <p:cNvSpPr txBox="1"/>
          <p:nvPr/>
        </p:nvSpPr>
        <p:spPr>
          <a:xfrm>
            <a:off x="1685925" y="133350"/>
            <a:ext cx="8820150" cy="1149545"/>
          </a:xfrm>
          <a:prstGeom prst="rect">
            <a:avLst/>
          </a:prstGeom>
          <a:noFill/>
        </p:spPr>
        <p:txBody>
          <a:bodyPr wrap="square" rtlCol="0">
            <a:spAutoFit/>
          </a:bodyPr>
          <a:lstStyle/>
          <a:p>
            <a:pPr algn="ctr">
              <a:lnSpc>
                <a:spcPct val="150000"/>
              </a:lnSpc>
              <a:spcAft>
                <a:spcPts val="1000"/>
              </a:spcAft>
            </a:pPr>
            <a:r>
              <a:rPr lang="es-ES" sz="2400" dirty="0">
                <a:solidFill>
                  <a:schemeClr val="accent1">
                    <a:lumMod val="75000"/>
                  </a:schemeClr>
                </a:solidFill>
                <a:latin typeface="Elephant" panose="02020904090505020303" pitchFamily="18" charset="0"/>
              </a:rPr>
              <a:t>MODALIDAD DE CLASE Y RETENCIÓN EN LA FACULTAD DE  INGENIERÍA DE LA UPDS</a:t>
            </a:r>
            <a:endParaRPr lang="es-BO" sz="2400" dirty="0">
              <a:solidFill>
                <a:schemeClr val="accent1">
                  <a:lumMod val="75000"/>
                </a:schemeClr>
              </a:solidFill>
              <a:latin typeface="Elephant" panose="02020904090505020303" pitchFamily="18" charset="0"/>
              <a:ea typeface="Times New Roman" panose="02020603050405020304" pitchFamily="18" charset="0"/>
              <a:cs typeface="Times New Roman" panose="02020603050405020304" pitchFamily="18" charset="0"/>
            </a:endParaRPr>
          </a:p>
        </p:txBody>
      </p:sp>
      <p:sp>
        <p:nvSpPr>
          <p:cNvPr id="6" name="CuadroTexto 5">
            <a:extLst>
              <a:ext uri="{FF2B5EF4-FFF2-40B4-BE49-F238E27FC236}">
                <a16:creationId xmlns:a16="http://schemas.microsoft.com/office/drawing/2014/main" id="{5C1968F6-B12C-447D-A6EC-FCE12E82F644}"/>
              </a:ext>
            </a:extLst>
          </p:cNvPr>
          <p:cNvSpPr txBox="1"/>
          <p:nvPr/>
        </p:nvSpPr>
        <p:spPr>
          <a:xfrm>
            <a:off x="0" y="3193284"/>
            <a:ext cx="8820150" cy="2677656"/>
          </a:xfrm>
          <a:prstGeom prst="rect">
            <a:avLst/>
          </a:prstGeom>
          <a:noFill/>
        </p:spPr>
        <p:txBody>
          <a:bodyPr wrap="square" rtlCol="0">
            <a:spAutoFit/>
          </a:bodyPr>
          <a:lstStyle/>
          <a:p>
            <a:r>
              <a:rPr lang="es-BO" sz="2400" dirty="0">
                <a:latin typeface="Elephant" panose="02020904090505020303" pitchFamily="18" charset="0"/>
              </a:rPr>
              <a:t>Estudiantes: </a:t>
            </a:r>
          </a:p>
          <a:p>
            <a:endParaRPr lang="es-BO" sz="2400" dirty="0">
              <a:latin typeface="Elephant" panose="02020904090505020303" pitchFamily="18" charset="0"/>
            </a:endParaRPr>
          </a:p>
          <a:p>
            <a:r>
              <a:rPr lang="es-BO" sz="2400" dirty="0">
                <a:latin typeface="Elephant" panose="02020904090505020303" pitchFamily="18" charset="0"/>
              </a:rPr>
              <a:t>• </a:t>
            </a:r>
            <a:r>
              <a:rPr lang="es-BO" sz="2400" dirty="0">
                <a:latin typeface="Arial" panose="020B0604020202020204" pitchFamily="34" charset="0"/>
                <a:cs typeface="Arial" panose="020B0604020202020204" pitchFamily="34" charset="0"/>
              </a:rPr>
              <a:t>Michael Abraham Castro Torrez</a:t>
            </a:r>
            <a:r>
              <a:rPr lang="es-BO" sz="2400" dirty="0">
                <a:latin typeface="Elephant" panose="02020904090505020303" pitchFamily="18" charset="0"/>
              </a:rPr>
              <a:t>	</a:t>
            </a:r>
          </a:p>
          <a:p>
            <a:r>
              <a:rPr lang="es-BO" sz="2400" dirty="0">
                <a:latin typeface="Elephant" panose="02020904090505020303" pitchFamily="18" charset="0"/>
              </a:rPr>
              <a:t>•Marcelo </a:t>
            </a:r>
            <a:r>
              <a:rPr lang="es-BO" sz="2400" dirty="0" err="1">
                <a:latin typeface="Elephant" panose="02020904090505020303" pitchFamily="18" charset="0"/>
              </a:rPr>
              <a:t>Dominguez</a:t>
            </a:r>
            <a:r>
              <a:rPr lang="es-BO" sz="2400" dirty="0">
                <a:latin typeface="Elephant" panose="02020904090505020303" pitchFamily="18" charset="0"/>
              </a:rPr>
              <a:t>  </a:t>
            </a:r>
            <a:r>
              <a:rPr lang="es-BO" sz="2400" dirty="0" err="1">
                <a:latin typeface="Elephant" panose="02020904090505020303" pitchFamily="18" charset="0"/>
              </a:rPr>
              <a:t>Callau</a:t>
            </a:r>
            <a:r>
              <a:rPr lang="es-BO" sz="2400" dirty="0">
                <a:latin typeface="Elephant" panose="02020904090505020303" pitchFamily="18" charset="0"/>
              </a:rPr>
              <a:t> 	 </a:t>
            </a:r>
          </a:p>
          <a:p>
            <a:r>
              <a:rPr lang="es-BO" sz="2400" dirty="0">
                <a:latin typeface="Elephant" panose="02020904090505020303" pitchFamily="18" charset="0"/>
              </a:rPr>
              <a:t>•Marvin Copajira Porco	</a:t>
            </a:r>
          </a:p>
          <a:p>
            <a:r>
              <a:rPr lang="es-BO" sz="2400" dirty="0">
                <a:latin typeface="Elephant" panose="02020904090505020303" pitchFamily="18" charset="0"/>
              </a:rPr>
              <a:t>•Douglas Flor Hernandez	</a:t>
            </a:r>
          </a:p>
          <a:p>
            <a:r>
              <a:rPr lang="es-BO" sz="2400" dirty="0">
                <a:latin typeface="Elephant" panose="02020904090505020303" pitchFamily="18" charset="0"/>
              </a:rPr>
              <a:t>•</a:t>
            </a:r>
            <a:r>
              <a:rPr lang="es-BO" sz="2400" dirty="0" err="1">
                <a:latin typeface="Elephant" panose="02020904090505020303" pitchFamily="18" charset="0"/>
              </a:rPr>
              <a:t>Maria</a:t>
            </a:r>
            <a:r>
              <a:rPr lang="es-BO" sz="2400" dirty="0">
                <a:latin typeface="Elephant" panose="02020904090505020303" pitchFamily="18" charset="0"/>
              </a:rPr>
              <a:t> Fernanda Mendoza Arteaga	</a:t>
            </a:r>
            <a:endParaRPr lang="es-BO" dirty="0">
              <a:latin typeface="Elephant" panose="02020904090505020303" pitchFamily="18" charset="0"/>
            </a:endParaRPr>
          </a:p>
        </p:txBody>
      </p:sp>
    </p:spTree>
    <p:extLst>
      <p:ext uri="{BB962C8B-B14F-4D97-AF65-F5344CB8AC3E}">
        <p14:creationId xmlns:p14="http://schemas.microsoft.com/office/powerpoint/2010/main" val="18731978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7ECB184A-2915-46E3-AB05-B647DFB9CEDC}"/>
              </a:ext>
            </a:extLst>
          </p:cNvPr>
          <p:cNvSpPr/>
          <p:nvPr/>
        </p:nvSpPr>
        <p:spPr>
          <a:xfrm>
            <a:off x="0" y="0"/>
            <a:ext cx="12192000" cy="6858000"/>
          </a:xfrm>
          <a:prstGeom prst="rect">
            <a:avLst/>
          </a:prstGeom>
          <a:blipFill dpi="0" rotWithShape="1">
            <a:blip r:embed="rId2">
              <a:alphaModFix amt="23000"/>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BO" dirty="0"/>
          </a:p>
        </p:txBody>
      </p:sp>
      <p:sp>
        <p:nvSpPr>
          <p:cNvPr id="7" name="CuadroTexto 6">
            <a:extLst>
              <a:ext uri="{FF2B5EF4-FFF2-40B4-BE49-F238E27FC236}">
                <a16:creationId xmlns:a16="http://schemas.microsoft.com/office/drawing/2014/main" id="{363069EA-32DE-4450-AA1D-97329F39B23E}"/>
              </a:ext>
            </a:extLst>
          </p:cNvPr>
          <p:cNvSpPr txBox="1"/>
          <p:nvPr/>
        </p:nvSpPr>
        <p:spPr>
          <a:xfrm>
            <a:off x="3638550" y="405884"/>
            <a:ext cx="6229350" cy="584775"/>
          </a:xfrm>
          <a:prstGeom prst="rect">
            <a:avLst/>
          </a:prstGeom>
          <a:noFill/>
        </p:spPr>
        <p:txBody>
          <a:bodyPr wrap="square" rtlCol="0">
            <a:spAutoFit/>
          </a:bodyPr>
          <a:lstStyle/>
          <a:p>
            <a:r>
              <a:rPr lang="es-ES" sz="3200" dirty="0">
                <a:solidFill>
                  <a:schemeClr val="accent1">
                    <a:lumMod val="75000"/>
                  </a:schemeClr>
                </a:solidFill>
                <a:latin typeface="Elephant" panose="02020904090505020303" pitchFamily="18" charset="0"/>
              </a:rPr>
              <a:t>INTRODUCCION</a:t>
            </a:r>
            <a:endParaRPr lang="es-BO" sz="3200" dirty="0">
              <a:solidFill>
                <a:schemeClr val="accent1">
                  <a:lumMod val="75000"/>
                </a:schemeClr>
              </a:solidFill>
              <a:latin typeface="Elephant" panose="02020904090505020303" pitchFamily="18" charset="0"/>
            </a:endParaRPr>
          </a:p>
        </p:txBody>
      </p:sp>
      <p:sp>
        <p:nvSpPr>
          <p:cNvPr id="8" name="CuadroTexto 7">
            <a:extLst>
              <a:ext uri="{FF2B5EF4-FFF2-40B4-BE49-F238E27FC236}">
                <a16:creationId xmlns:a16="http://schemas.microsoft.com/office/drawing/2014/main" id="{BB53E230-FBCF-4E7A-B5D5-56F76462B1D0}"/>
              </a:ext>
            </a:extLst>
          </p:cNvPr>
          <p:cNvSpPr txBox="1"/>
          <p:nvPr/>
        </p:nvSpPr>
        <p:spPr>
          <a:xfrm>
            <a:off x="514350" y="1396542"/>
            <a:ext cx="4857750" cy="5078313"/>
          </a:xfrm>
          <a:prstGeom prst="rect">
            <a:avLst/>
          </a:prstGeom>
          <a:noFill/>
        </p:spPr>
        <p:txBody>
          <a:bodyPr wrap="square" rtlCol="0">
            <a:spAutoFit/>
          </a:bodyPr>
          <a:lstStyle/>
          <a:p>
            <a:pPr algn="just"/>
            <a:r>
              <a:rPr lang="es-US" dirty="0">
                <a:latin typeface="Arial" panose="020B0604020202020204" pitchFamily="34" charset="0"/>
                <a:cs typeface="Arial" panose="020B0604020202020204" pitchFamily="34" charset="0"/>
              </a:rPr>
              <a:t>La educación en la Universidad Privada Domingo Savio. En especial la facultad de ingeniería se caracteriza por su alto nivel de exigencia y la necesidad de combinar teoría con práctica. Con la evolución de la tecnología y las metodologías educativas, la universidad UPDS ha comenzado a ofrecer diversas modalidades de clase, tales como presenciales, semipresenciales en algunas ocasiones en línea e híbridas, sin embargo, para la facultad de ingeniería solo hay la modalidad presencial. La disponibilidad de estas modalidades ha generado un debate significativo sobre su impacto en la retención y el éxito académico de los estudiantes de la facultad de ingeniería de la UPDS.</a:t>
            </a:r>
            <a:endParaRPr lang="es-BO" dirty="0">
              <a:latin typeface="Arial" panose="020B0604020202020204" pitchFamily="34" charset="0"/>
              <a:cs typeface="Arial" panose="020B0604020202020204" pitchFamily="34" charset="0"/>
            </a:endParaRPr>
          </a:p>
          <a:p>
            <a:pPr algn="just"/>
            <a:endParaRPr lang="es-US" dirty="0">
              <a:latin typeface="Arial" panose="020B0604020202020204" pitchFamily="34" charset="0"/>
              <a:cs typeface="Arial" panose="020B0604020202020204" pitchFamily="34" charset="0"/>
            </a:endParaRPr>
          </a:p>
          <a:p>
            <a:pPr algn="just"/>
            <a:endParaRPr lang="es-BO" dirty="0">
              <a:latin typeface="Arial" panose="020B0604020202020204" pitchFamily="34" charset="0"/>
              <a:cs typeface="Arial" panose="020B0604020202020204" pitchFamily="34" charset="0"/>
            </a:endParaRPr>
          </a:p>
        </p:txBody>
      </p:sp>
      <p:pic>
        <p:nvPicPr>
          <p:cNvPr id="9" name="Imagen 8">
            <a:extLst>
              <a:ext uri="{FF2B5EF4-FFF2-40B4-BE49-F238E27FC236}">
                <a16:creationId xmlns:a16="http://schemas.microsoft.com/office/drawing/2014/main" id="{15DA51B9-8CF5-4FBD-B34C-4B56029847DA}"/>
              </a:ext>
            </a:extLst>
          </p:cNvPr>
          <p:cNvPicPr>
            <a:picLocks noChangeAspect="1"/>
          </p:cNvPicPr>
          <p:nvPr/>
        </p:nvPicPr>
        <p:blipFill>
          <a:blip r:embed="rId3"/>
          <a:stretch>
            <a:fillRect/>
          </a:stretch>
        </p:blipFill>
        <p:spPr>
          <a:xfrm>
            <a:off x="5600700" y="1747573"/>
            <a:ext cx="5377152" cy="3362854"/>
          </a:xfrm>
          <a:prstGeom prst="rect">
            <a:avLst/>
          </a:prstGeom>
        </p:spPr>
      </p:pic>
    </p:spTree>
    <p:extLst>
      <p:ext uri="{BB962C8B-B14F-4D97-AF65-F5344CB8AC3E}">
        <p14:creationId xmlns:p14="http://schemas.microsoft.com/office/powerpoint/2010/main" val="26998728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7ECB184A-2915-46E3-AB05-B647DFB9CEDC}"/>
              </a:ext>
            </a:extLst>
          </p:cNvPr>
          <p:cNvSpPr/>
          <p:nvPr/>
        </p:nvSpPr>
        <p:spPr>
          <a:xfrm>
            <a:off x="0" y="0"/>
            <a:ext cx="12192000" cy="6858000"/>
          </a:xfrm>
          <a:prstGeom prst="rect">
            <a:avLst/>
          </a:prstGeom>
          <a:blipFill dpi="0" rotWithShape="1">
            <a:blip r:embed="rId2">
              <a:alphaModFix amt="23000"/>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BO" dirty="0"/>
          </a:p>
        </p:txBody>
      </p:sp>
      <p:sp>
        <p:nvSpPr>
          <p:cNvPr id="2" name="CuadroTexto 1">
            <a:extLst>
              <a:ext uri="{FF2B5EF4-FFF2-40B4-BE49-F238E27FC236}">
                <a16:creationId xmlns:a16="http://schemas.microsoft.com/office/drawing/2014/main" id="{5A9B8936-DDDF-49B7-8A11-42EBE752BBB7}"/>
              </a:ext>
            </a:extLst>
          </p:cNvPr>
          <p:cNvSpPr txBox="1"/>
          <p:nvPr/>
        </p:nvSpPr>
        <p:spPr>
          <a:xfrm>
            <a:off x="171450" y="222230"/>
            <a:ext cx="7562850" cy="6309420"/>
          </a:xfrm>
          <a:prstGeom prst="rect">
            <a:avLst/>
          </a:prstGeom>
          <a:noFill/>
        </p:spPr>
        <p:txBody>
          <a:bodyPr wrap="square" rtlCol="0">
            <a:spAutoFit/>
          </a:bodyPr>
          <a:lstStyle/>
          <a:p>
            <a:pPr algn="just"/>
            <a:r>
              <a:rPr lang="es-US" sz="2400" dirty="0">
                <a:latin typeface="Arial" panose="020B0604020202020204" pitchFamily="34" charset="0"/>
                <a:cs typeface="Arial" panose="020B0604020202020204" pitchFamily="34" charset="0"/>
              </a:rPr>
              <a:t>Este proyecto de investigación tiene como objetivo explorar cómo la disponibilidad y elección de diferentes modalidades de clase repercuten en la retención de los estudiantes y su rendimiento académico en la facultad de ingeniería. La retención estudiantil es un indicador clave del éxito de las instituciones educativas, mientras que el rendimiento académico refleja la efectividad de los métodos de enseñanza y el aprendizaje de los estudiantes.</a:t>
            </a:r>
          </a:p>
          <a:p>
            <a:pPr algn="just"/>
            <a:r>
              <a:rPr lang="es-US" sz="2400" dirty="0">
                <a:latin typeface="Arial" panose="020B0604020202020204" pitchFamily="34" charset="0"/>
                <a:cs typeface="Arial" panose="020B0604020202020204" pitchFamily="34" charset="0"/>
              </a:rPr>
              <a:t>Entender estos impactos es crucial para desarrollar estrategias educativas que no solo retengan a los estudiantes, sino que también optimicen su aprendizaje y preparación para el mercado laboral. y ofrecer recomendaciones basadas en datos empíricos para mejorar la experiencia educativa en la facultad de ingeniería.</a:t>
            </a:r>
            <a:endParaRPr lang="es-BO" sz="2400" dirty="0">
              <a:latin typeface="Arial" panose="020B0604020202020204" pitchFamily="34" charset="0"/>
              <a:cs typeface="Arial" panose="020B0604020202020204" pitchFamily="34" charset="0"/>
            </a:endParaRPr>
          </a:p>
          <a:p>
            <a:pPr algn="just"/>
            <a:endParaRPr lang="es-BO" sz="2000" dirty="0">
              <a:latin typeface="Arial" panose="020B0604020202020204" pitchFamily="34" charset="0"/>
              <a:cs typeface="Arial" panose="020B0604020202020204" pitchFamily="34" charset="0"/>
            </a:endParaRPr>
          </a:p>
        </p:txBody>
      </p:sp>
      <p:pic>
        <p:nvPicPr>
          <p:cNvPr id="3" name="Imagen 2">
            <a:extLst>
              <a:ext uri="{FF2B5EF4-FFF2-40B4-BE49-F238E27FC236}">
                <a16:creationId xmlns:a16="http://schemas.microsoft.com/office/drawing/2014/main" id="{F909E156-BCFB-45C0-8D63-9416FB666998}"/>
              </a:ext>
            </a:extLst>
          </p:cNvPr>
          <p:cNvPicPr>
            <a:picLocks noChangeAspect="1"/>
          </p:cNvPicPr>
          <p:nvPr/>
        </p:nvPicPr>
        <p:blipFill>
          <a:blip r:embed="rId3"/>
          <a:stretch>
            <a:fillRect/>
          </a:stretch>
        </p:blipFill>
        <p:spPr>
          <a:xfrm>
            <a:off x="8183042" y="824240"/>
            <a:ext cx="3837508" cy="4605010"/>
          </a:xfrm>
          <a:prstGeom prst="rect">
            <a:avLst/>
          </a:prstGeom>
        </p:spPr>
      </p:pic>
    </p:spTree>
    <p:extLst>
      <p:ext uri="{BB962C8B-B14F-4D97-AF65-F5344CB8AC3E}">
        <p14:creationId xmlns:p14="http://schemas.microsoft.com/office/powerpoint/2010/main" val="9973550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7ECB184A-2915-46E3-AB05-B647DFB9CEDC}"/>
              </a:ext>
            </a:extLst>
          </p:cNvPr>
          <p:cNvSpPr/>
          <p:nvPr/>
        </p:nvSpPr>
        <p:spPr>
          <a:xfrm>
            <a:off x="0" y="0"/>
            <a:ext cx="12192000" cy="6858000"/>
          </a:xfrm>
          <a:prstGeom prst="rect">
            <a:avLst/>
          </a:prstGeom>
          <a:blipFill dpi="0" rotWithShape="1">
            <a:blip r:embed="rId2">
              <a:alphaModFix amt="23000"/>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BO" dirty="0"/>
          </a:p>
        </p:txBody>
      </p:sp>
      <p:sp>
        <p:nvSpPr>
          <p:cNvPr id="2" name="CuadroTexto 1">
            <a:extLst>
              <a:ext uri="{FF2B5EF4-FFF2-40B4-BE49-F238E27FC236}">
                <a16:creationId xmlns:a16="http://schemas.microsoft.com/office/drawing/2014/main" id="{5A9B8936-DDDF-49B7-8A11-42EBE752BBB7}"/>
              </a:ext>
            </a:extLst>
          </p:cNvPr>
          <p:cNvSpPr txBox="1"/>
          <p:nvPr/>
        </p:nvSpPr>
        <p:spPr>
          <a:xfrm>
            <a:off x="227534" y="1012954"/>
            <a:ext cx="7562850" cy="4832092"/>
          </a:xfrm>
          <a:prstGeom prst="rect">
            <a:avLst/>
          </a:prstGeom>
          <a:noFill/>
        </p:spPr>
        <p:txBody>
          <a:bodyPr wrap="square" rtlCol="0">
            <a:spAutoFit/>
          </a:bodyPr>
          <a:lstStyle/>
          <a:p>
            <a:pPr algn="just"/>
            <a:r>
              <a:rPr lang="es-ES" sz="2800" dirty="0"/>
              <a:t>Objetivos </a:t>
            </a:r>
          </a:p>
          <a:p>
            <a:pPr algn="just"/>
            <a:r>
              <a:rPr lang="es-ES" sz="2800" b="1" dirty="0"/>
              <a:t>Objetivo general. </a:t>
            </a:r>
            <a:r>
              <a:rPr lang="es-ES" sz="2800" dirty="0"/>
              <a:t>Investigar cómo la disponibilidad de diversas modalidades de clase (presencial, online e híbrida) influye en la retención y el éxito académico de los estudiantes de la Facultad de Ingeniería. </a:t>
            </a:r>
          </a:p>
          <a:p>
            <a:pPr algn="just"/>
            <a:r>
              <a:rPr lang="es-ES" sz="2800" b="1" dirty="0"/>
              <a:t>Objetivo específico. </a:t>
            </a:r>
            <a:r>
              <a:rPr lang="es-ES" sz="2800" dirty="0"/>
              <a:t>• Determinar las probabilidades según los eventos dados de las edades de cada estudiante de la UPDS. • Determinar el Monto total de sus gastos por día de los estudiantes de la UPDS:</a:t>
            </a:r>
            <a:endParaRPr lang="es-BO" sz="2800" dirty="0">
              <a:latin typeface="Arial" panose="020B0604020202020204" pitchFamily="34" charset="0"/>
              <a:cs typeface="Arial" panose="020B0604020202020204" pitchFamily="34" charset="0"/>
            </a:endParaRPr>
          </a:p>
        </p:txBody>
      </p:sp>
      <p:pic>
        <p:nvPicPr>
          <p:cNvPr id="3" name="Imagen 2">
            <a:extLst>
              <a:ext uri="{FF2B5EF4-FFF2-40B4-BE49-F238E27FC236}">
                <a16:creationId xmlns:a16="http://schemas.microsoft.com/office/drawing/2014/main" id="{F909E156-BCFB-45C0-8D63-9416FB666998}"/>
              </a:ext>
            </a:extLst>
          </p:cNvPr>
          <p:cNvPicPr>
            <a:picLocks noChangeAspect="1"/>
          </p:cNvPicPr>
          <p:nvPr/>
        </p:nvPicPr>
        <p:blipFill>
          <a:blip r:embed="rId3"/>
          <a:stretch>
            <a:fillRect/>
          </a:stretch>
        </p:blipFill>
        <p:spPr>
          <a:xfrm>
            <a:off x="8183042" y="824240"/>
            <a:ext cx="3837508" cy="4605010"/>
          </a:xfrm>
          <a:prstGeom prst="rect">
            <a:avLst/>
          </a:prstGeom>
        </p:spPr>
      </p:pic>
    </p:spTree>
    <p:extLst>
      <p:ext uri="{BB962C8B-B14F-4D97-AF65-F5344CB8AC3E}">
        <p14:creationId xmlns:p14="http://schemas.microsoft.com/office/powerpoint/2010/main" val="27849903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7ECB184A-2915-46E3-AB05-B647DFB9CEDC}"/>
              </a:ext>
            </a:extLst>
          </p:cNvPr>
          <p:cNvSpPr/>
          <p:nvPr/>
        </p:nvSpPr>
        <p:spPr>
          <a:xfrm>
            <a:off x="0" y="0"/>
            <a:ext cx="12192000" cy="6858000"/>
          </a:xfrm>
          <a:prstGeom prst="rect">
            <a:avLst/>
          </a:prstGeom>
          <a:blipFill dpi="0" rotWithShape="1">
            <a:blip r:embed="rId2">
              <a:alphaModFix amt="23000"/>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dirty="0">
                <a:solidFill>
                  <a:schemeClr val="tx1"/>
                </a:solidFill>
              </a:rPr>
              <a:t>en un aula de la UPDS hay 21 estudiantes de ingeniería de sistemas de los cuales 20 son hombres, 17 estudiantes de ingeniería industrial de los cuales 8 son mujeres, 2 estudiantes mujeres de ingeniería comercial, 1 estudiante  varón de ingeniería de redes y telecomunicaciones y 9 estudiantes de otra carrera de los cuales 7 son mujeres. Sean los eventos</a:t>
            </a:r>
          </a:p>
          <a:p>
            <a:endParaRPr lang="es-ES" dirty="0">
              <a:solidFill>
                <a:schemeClr val="tx1"/>
              </a:solidFill>
            </a:endParaRPr>
          </a:p>
          <a:p>
            <a:r>
              <a:rPr lang="es-ES" dirty="0">
                <a:solidFill>
                  <a:schemeClr val="tx1"/>
                </a:solidFill>
              </a:rPr>
              <a:t>E1= que el primer estudiante que salga al azar sea estudiante mujer de ingeniería de sistemas.</a:t>
            </a:r>
          </a:p>
          <a:p>
            <a:r>
              <a:rPr lang="es-ES" dirty="0">
                <a:solidFill>
                  <a:schemeClr val="tx1"/>
                </a:solidFill>
              </a:rPr>
              <a:t>E2= que el segundo estudiante que salga al azar sea estudiante varón de </a:t>
            </a:r>
            <a:r>
              <a:rPr lang="es-ES" dirty="0" err="1">
                <a:solidFill>
                  <a:schemeClr val="tx1"/>
                </a:solidFill>
              </a:rPr>
              <a:t>ingenieria</a:t>
            </a:r>
            <a:r>
              <a:rPr lang="es-ES" dirty="0">
                <a:solidFill>
                  <a:schemeClr val="tx1"/>
                </a:solidFill>
              </a:rPr>
              <a:t> industrial. Estudiante</a:t>
            </a:r>
          </a:p>
          <a:p>
            <a:r>
              <a:rPr lang="es-ES" dirty="0">
                <a:solidFill>
                  <a:schemeClr val="tx1"/>
                </a:solidFill>
              </a:rPr>
              <a:t>E3= que el primer estudiante </a:t>
            </a:r>
            <a:r>
              <a:rPr lang="es-ES" dirty="0" err="1">
                <a:solidFill>
                  <a:schemeClr val="tx1"/>
                </a:solidFill>
              </a:rPr>
              <a:t>desa</a:t>
            </a:r>
            <a:r>
              <a:rPr lang="es-ES" dirty="0">
                <a:solidFill>
                  <a:schemeClr val="tx1"/>
                </a:solidFill>
              </a:rPr>
              <a:t> estudiante varón de otra carrera.</a:t>
            </a:r>
          </a:p>
          <a:p>
            <a:r>
              <a:rPr lang="es-ES" dirty="0">
                <a:solidFill>
                  <a:schemeClr val="tx1"/>
                </a:solidFill>
              </a:rPr>
              <a:t>E4= que al lanzar dos dados la suma sea mayor que 9   </a:t>
            </a:r>
          </a:p>
          <a:p>
            <a:endParaRPr lang="es-ES" dirty="0">
              <a:solidFill>
                <a:schemeClr val="tx1"/>
              </a:solidFill>
            </a:endParaRPr>
          </a:p>
          <a:p>
            <a:pPr marL="342900" indent="-342900">
              <a:buAutoNum type="alphaLcParenR"/>
            </a:pPr>
            <a:r>
              <a:rPr lang="es-ES" dirty="0">
                <a:solidFill>
                  <a:schemeClr val="tx1"/>
                </a:solidFill>
              </a:rPr>
              <a:t>P(E1 U E2) </a:t>
            </a:r>
          </a:p>
          <a:p>
            <a:r>
              <a:rPr lang="es-ES" dirty="0">
                <a:solidFill>
                  <a:schemeClr val="tx1"/>
                </a:solidFill>
              </a:rPr>
              <a:t>b)   P(E1 U E3)</a:t>
            </a:r>
          </a:p>
          <a:p>
            <a:pPr marL="342900" indent="-342900">
              <a:buAutoNum type="alphaLcParenR"/>
            </a:pPr>
            <a:r>
              <a:rPr lang="es-ES" dirty="0">
                <a:solidFill>
                  <a:schemeClr val="tx1"/>
                </a:solidFill>
              </a:rPr>
              <a:t> P(E4 U E1) </a:t>
            </a:r>
          </a:p>
          <a:p>
            <a:pPr marL="342900" indent="-342900">
              <a:buAutoNum type="alphaLcParenR"/>
            </a:pPr>
            <a:r>
              <a:rPr lang="es-ES" dirty="0">
                <a:solidFill>
                  <a:schemeClr val="tx1"/>
                </a:solidFill>
              </a:rPr>
              <a:t> P(E3 U E4)</a:t>
            </a:r>
            <a:endParaRPr lang="es-BO" dirty="0">
              <a:solidFill>
                <a:schemeClr val="tx1"/>
              </a:solidFill>
            </a:endParaRPr>
          </a:p>
        </p:txBody>
      </p:sp>
    </p:spTree>
    <p:extLst>
      <p:ext uri="{BB962C8B-B14F-4D97-AF65-F5344CB8AC3E}">
        <p14:creationId xmlns:p14="http://schemas.microsoft.com/office/powerpoint/2010/main" val="4136786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7ECB184A-2915-46E3-AB05-B647DFB9CEDC}"/>
              </a:ext>
            </a:extLst>
          </p:cNvPr>
          <p:cNvSpPr/>
          <p:nvPr/>
        </p:nvSpPr>
        <p:spPr>
          <a:xfrm>
            <a:off x="0" y="0"/>
            <a:ext cx="12192000" cy="6858000"/>
          </a:xfrm>
          <a:prstGeom prst="rect">
            <a:avLst/>
          </a:prstGeom>
          <a:blipFill dpi="0" rotWithShape="1">
            <a:blip r:embed="rId2">
              <a:alphaModFix amt="23000"/>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BO" dirty="0"/>
          </a:p>
        </p:txBody>
      </p:sp>
      <p:pic>
        <p:nvPicPr>
          <p:cNvPr id="2" name="Imagen 1">
            <a:extLst>
              <a:ext uri="{FF2B5EF4-FFF2-40B4-BE49-F238E27FC236}">
                <a16:creationId xmlns:a16="http://schemas.microsoft.com/office/drawing/2014/main" id="{5A54B98D-E672-43EB-A4AC-304D832937FE}"/>
              </a:ext>
            </a:extLst>
          </p:cNvPr>
          <p:cNvPicPr>
            <a:picLocks noChangeAspect="1"/>
          </p:cNvPicPr>
          <p:nvPr/>
        </p:nvPicPr>
        <p:blipFill>
          <a:blip r:embed="rId3"/>
          <a:stretch>
            <a:fillRect/>
          </a:stretch>
        </p:blipFill>
        <p:spPr>
          <a:xfrm>
            <a:off x="0" y="0"/>
            <a:ext cx="5773579" cy="6858000"/>
          </a:xfrm>
          <a:prstGeom prst="rect">
            <a:avLst/>
          </a:prstGeom>
        </p:spPr>
      </p:pic>
      <p:pic>
        <p:nvPicPr>
          <p:cNvPr id="3" name="Imagen 2">
            <a:extLst>
              <a:ext uri="{FF2B5EF4-FFF2-40B4-BE49-F238E27FC236}">
                <a16:creationId xmlns:a16="http://schemas.microsoft.com/office/drawing/2014/main" id="{1E9B2C5C-CC4B-4AEC-A5E7-2A7E53CD8283}"/>
              </a:ext>
            </a:extLst>
          </p:cNvPr>
          <p:cNvPicPr>
            <a:picLocks noChangeAspect="1"/>
          </p:cNvPicPr>
          <p:nvPr/>
        </p:nvPicPr>
        <p:blipFill>
          <a:blip r:embed="rId4"/>
          <a:stretch>
            <a:fillRect/>
          </a:stretch>
        </p:blipFill>
        <p:spPr>
          <a:xfrm>
            <a:off x="5351929" y="1311792"/>
            <a:ext cx="6599396" cy="3428377"/>
          </a:xfrm>
          <a:prstGeom prst="rect">
            <a:avLst/>
          </a:prstGeom>
        </p:spPr>
      </p:pic>
    </p:spTree>
    <p:extLst>
      <p:ext uri="{BB962C8B-B14F-4D97-AF65-F5344CB8AC3E}">
        <p14:creationId xmlns:p14="http://schemas.microsoft.com/office/powerpoint/2010/main" val="13741789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7ECB184A-2915-46E3-AB05-B647DFB9CEDC}"/>
              </a:ext>
            </a:extLst>
          </p:cNvPr>
          <p:cNvSpPr/>
          <p:nvPr/>
        </p:nvSpPr>
        <p:spPr>
          <a:xfrm>
            <a:off x="0" y="0"/>
            <a:ext cx="12192000" cy="6858000"/>
          </a:xfrm>
          <a:prstGeom prst="rect">
            <a:avLst/>
          </a:prstGeom>
          <a:blipFill dpi="0" rotWithShape="1">
            <a:blip r:embed="rId2">
              <a:alphaModFix amt="23000"/>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BO" dirty="0"/>
          </a:p>
        </p:txBody>
      </p:sp>
      <p:sp>
        <p:nvSpPr>
          <p:cNvPr id="2" name="CuadroTexto 1">
            <a:extLst>
              <a:ext uri="{FF2B5EF4-FFF2-40B4-BE49-F238E27FC236}">
                <a16:creationId xmlns:a16="http://schemas.microsoft.com/office/drawing/2014/main" id="{D7544C02-59A7-48DD-BFC2-1ED5905A737B}"/>
              </a:ext>
            </a:extLst>
          </p:cNvPr>
          <p:cNvSpPr txBox="1"/>
          <p:nvPr/>
        </p:nvSpPr>
        <p:spPr>
          <a:xfrm>
            <a:off x="3009900" y="337066"/>
            <a:ext cx="6172200" cy="830997"/>
          </a:xfrm>
          <a:prstGeom prst="rect">
            <a:avLst/>
          </a:prstGeom>
          <a:noFill/>
        </p:spPr>
        <p:txBody>
          <a:bodyPr wrap="square" rtlCol="0">
            <a:spAutoFit/>
          </a:bodyPr>
          <a:lstStyle/>
          <a:p>
            <a:pPr algn="ctr"/>
            <a:r>
              <a:rPr lang="es-ES" sz="2400" dirty="0">
                <a:solidFill>
                  <a:schemeClr val="accent1">
                    <a:lumMod val="75000"/>
                  </a:schemeClr>
                </a:solidFill>
                <a:latin typeface="Elephant" panose="02020904090505020303" pitchFamily="18" charset="0"/>
              </a:rPr>
              <a:t>DISTRIBUCION  NORMAL ESTANDAD</a:t>
            </a:r>
            <a:endParaRPr lang="es-BO" sz="2400" dirty="0">
              <a:solidFill>
                <a:schemeClr val="accent1">
                  <a:lumMod val="75000"/>
                </a:schemeClr>
              </a:solidFill>
              <a:latin typeface="Elephant" panose="02020904090505020303" pitchFamily="18" charset="0"/>
            </a:endParaRPr>
          </a:p>
        </p:txBody>
      </p:sp>
      <p:sp>
        <p:nvSpPr>
          <p:cNvPr id="3" name="CuadroTexto 2">
            <a:extLst>
              <a:ext uri="{FF2B5EF4-FFF2-40B4-BE49-F238E27FC236}">
                <a16:creationId xmlns:a16="http://schemas.microsoft.com/office/drawing/2014/main" id="{E0C18EDB-649F-4425-8BB7-D227CA727047}"/>
              </a:ext>
            </a:extLst>
          </p:cNvPr>
          <p:cNvSpPr txBox="1"/>
          <p:nvPr/>
        </p:nvSpPr>
        <p:spPr>
          <a:xfrm>
            <a:off x="552450" y="1181963"/>
            <a:ext cx="10439400" cy="646331"/>
          </a:xfrm>
          <a:prstGeom prst="rect">
            <a:avLst/>
          </a:prstGeom>
          <a:noFill/>
        </p:spPr>
        <p:txBody>
          <a:bodyPr wrap="square" rtlCol="0">
            <a:spAutoFit/>
          </a:bodyPr>
          <a:lstStyle/>
          <a:p>
            <a:r>
              <a:rPr lang="es-ES" b="1" dirty="0">
                <a:latin typeface="Arial" panose="020B0604020202020204" pitchFamily="34" charset="0"/>
                <a:cs typeface="Arial" panose="020B0604020202020204" pitchFamily="34" charset="0"/>
              </a:rPr>
              <a:t>En una encuesta se a determinado las edades  de 50 estudiantes normalmente distribuido con una media de 23 años y una desviación típica de 4 ¿ cuantos estudiantes tienen las edades</a:t>
            </a:r>
            <a:endParaRPr lang="es-BO" b="1" dirty="0">
              <a:latin typeface="Arial" panose="020B0604020202020204" pitchFamily="34" charset="0"/>
              <a:cs typeface="Arial" panose="020B0604020202020204" pitchFamily="34" charset="0"/>
            </a:endParaRPr>
          </a:p>
        </p:txBody>
      </p:sp>
      <p:sp>
        <p:nvSpPr>
          <p:cNvPr id="8" name="CuadroTexto 7">
            <a:extLst>
              <a:ext uri="{FF2B5EF4-FFF2-40B4-BE49-F238E27FC236}">
                <a16:creationId xmlns:a16="http://schemas.microsoft.com/office/drawing/2014/main" id="{99355E29-1C0F-43F7-B34A-1C858B5EADB8}"/>
              </a:ext>
            </a:extLst>
          </p:cNvPr>
          <p:cNvSpPr txBox="1"/>
          <p:nvPr/>
        </p:nvSpPr>
        <p:spPr>
          <a:xfrm>
            <a:off x="723900" y="2018794"/>
            <a:ext cx="2571750" cy="369332"/>
          </a:xfrm>
          <a:prstGeom prst="rect">
            <a:avLst/>
          </a:prstGeom>
          <a:noFill/>
        </p:spPr>
        <p:txBody>
          <a:bodyPr wrap="square" rtlCol="0">
            <a:spAutoFit/>
          </a:bodyPr>
          <a:lstStyle/>
          <a:p>
            <a:r>
              <a:rPr lang="es-ES" dirty="0"/>
              <a:t>a) mayor a 29 años</a:t>
            </a:r>
            <a:endParaRPr lang="es-BO" dirty="0"/>
          </a:p>
        </p:txBody>
      </p:sp>
      <p:pic>
        <p:nvPicPr>
          <p:cNvPr id="9" name="Imagen 8">
            <a:extLst>
              <a:ext uri="{FF2B5EF4-FFF2-40B4-BE49-F238E27FC236}">
                <a16:creationId xmlns:a16="http://schemas.microsoft.com/office/drawing/2014/main" id="{07201495-1B2D-4FCF-9908-9129E36282F4}"/>
              </a:ext>
            </a:extLst>
          </p:cNvPr>
          <p:cNvPicPr>
            <a:picLocks noChangeAspect="1"/>
          </p:cNvPicPr>
          <p:nvPr/>
        </p:nvPicPr>
        <p:blipFill>
          <a:blip r:embed="rId3"/>
          <a:stretch>
            <a:fillRect/>
          </a:stretch>
        </p:blipFill>
        <p:spPr>
          <a:xfrm>
            <a:off x="655664" y="2443729"/>
            <a:ext cx="2200990" cy="1607701"/>
          </a:xfrm>
          <a:prstGeom prst="rect">
            <a:avLst/>
          </a:prstGeom>
        </p:spPr>
      </p:pic>
      <p:pic>
        <p:nvPicPr>
          <p:cNvPr id="10" name="Imagen 9">
            <a:extLst>
              <a:ext uri="{FF2B5EF4-FFF2-40B4-BE49-F238E27FC236}">
                <a16:creationId xmlns:a16="http://schemas.microsoft.com/office/drawing/2014/main" id="{097B7E31-AFB9-48BA-914A-C351BBFA0F44}"/>
              </a:ext>
            </a:extLst>
          </p:cNvPr>
          <p:cNvPicPr>
            <a:picLocks noChangeAspect="1"/>
          </p:cNvPicPr>
          <p:nvPr/>
        </p:nvPicPr>
        <p:blipFill>
          <a:blip r:embed="rId4"/>
          <a:stretch>
            <a:fillRect/>
          </a:stretch>
        </p:blipFill>
        <p:spPr>
          <a:xfrm>
            <a:off x="3351954" y="2585393"/>
            <a:ext cx="1753446" cy="1548457"/>
          </a:xfrm>
          <a:prstGeom prst="rect">
            <a:avLst/>
          </a:prstGeom>
        </p:spPr>
      </p:pic>
      <p:pic>
        <p:nvPicPr>
          <p:cNvPr id="11" name="Imagen 10">
            <a:extLst>
              <a:ext uri="{FF2B5EF4-FFF2-40B4-BE49-F238E27FC236}">
                <a16:creationId xmlns:a16="http://schemas.microsoft.com/office/drawing/2014/main" id="{529E1EAA-0885-41B7-9C13-32A32E3068F3}"/>
              </a:ext>
            </a:extLst>
          </p:cNvPr>
          <p:cNvPicPr>
            <a:picLocks noChangeAspect="1"/>
          </p:cNvPicPr>
          <p:nvPr/>
        </p:nvPicPr>
        <p:blipFill>
          <a:blip r:embed="rId5"/>
          <a:stretch>
            <a:fillRect/>
          </a:stretch>
        </p:blipFill>
        <p:spPr>
          <a:xfrm>
            <a:off x="466725" y="5010173"/>
            <a:ext cx="5296042" cy="629840"/>
          </a:xfrm>
          <a:prstGeom prst="rect">
            <a:avLst/>
          </a:prstGeom>
        </p:spPr>
      </p:pic>
      <p:pic>
        <p:nvPicPr>
          <p:cNvPr id="12" name="Imagen 11">
            <a:extLst>
              <a:ext uri="{FF2B5EF4-FFF2-40B4-BE49-F238E27FC236}">
                <a16:creationId xmlns:a16="http://schemas.microsoft.com/office/drawing/2014/main" id="{32DE69F1-0706-4E24-9A88-1A7985BEFF32}"/>
              </a:ext>
            </a:extLst>
          </p:cNvPr>
          <p:cNvPicPr>
            <a:picLocks noChangeAspect="1"/>
          </p:cNvPicPr>
          <p:nvPr/>
        </p:nvPicPr>
        <p:blipFill>
          <a:blip r:embed="rId6"/>
          <a:stretch>
            <a:fillRect/>
          </a:stretch>
        </p:blipFill>
        <p:spPr>
          <a:xfrm>
            <a:off x="6096000" y="2819401"/>
            <a:ext cx="5200645" cy="2118300"/>
          </a:xfrm>
          <a:prstGeom prst="rect">
            <a:avLst/>
          </a:prstGeom>
        </p:spPr>
      </p:pic>
      <p:pic>
        <p:nvPicPr>
          <p:cNvPr id="13" name="Imagen 12">
            <a:extLst>
              <a:ext uri="{FF2B5EF4-FFF2-40B4-BE49-F238E27FC236}">
                <a16:creationId xmlns:a16="http://schemas.microsoft.com/office/drawing/2014/main" id="{D6C14481-1D64-4237-AE1E-873556956F2C}"/>
              </a:ext>
            </a:extLst>
          </p:cNvPr>
          <p:cNvPicPr>
            <a:picLocks noChangeAspect="1"/>
          </p:cNvPicPr>
          <p:nvPr/>
        </p:nvPicPr>
        <p:blipFill>
          <a:blip r:embed="rId7"/>
          <a:stretch>
            <a:fillRect/>
          </a:stretch>
        </p:blipFill>
        <p:spPr>
          <a:xfrm>
            <a:off x="6381752" y="5029707"/>
            <a:ext cx="4610098" cy="610306"/>
          </a:xfrm>
          <a:prstGeom prst="rect">
            <a:avLst/>
          </a:prstGeom>
        </p:spPr>
      </p:pic>
      <p:sp>
        <p:nvSpPr>
          <p:cNvPr id="15" name="CuadroTexto 14">
            <a:extLst>
              <a:ext uri="{FF2B5EF4-FFF2-40B4-BE49-F238E27FC236}">
                <a16:creationId xmlns:a16="http://schemas.microsoft.com/office/drawing/2014/main" id="{1F01843F-9124-46A2-97F1-9085499AF072}"/>
              </a:ext>
            </a:extLst>
          </p:cNvPr>
          <p:cNvSpPr txBox="1"/>
          <p:nvPr/>
        </p:nvSpPr>
        <p:spPr>
          <a:xfrm>
            <a:off x="466725" y="4315093"/>
            <a:ext cx="4643795" cy="369332"/>
          </a:xfrm>
          <a:prstGeom prst="rect">
            <a:avLst/>
          </a:prstGeom>
          <a:noFill/>
        </p:spPr>
        <p:txBody>
          <a:bodyPr wrap="square" rtlCol="0">
            <a:spAutoFit/>
          </a:bodyPr>
          <a:lstStyle/>
          <a:p>
            <a:pPr algn="ctr"/>
            <a:r>
              <a:rPr lang="es-ES" dirty="0"/>
              <a:t>RESULTADO EN EXCEL</a:t>
            </a:r>
            <a:endParaRPr lang="es-BO" dirty="0"/>
          </a:p>
        </p:txBody>
      </p:sp>
      <p:sp>
        <p:nvSpPr>
          <p:cNvPr id="16" name="CuadroTexto 15">
            <a:extLst>
              <a:ext uri="{FF2B5EF4-FFF2-40B4-BE49-F238E27FC236}">
                <a16:creationId xmlns:a16="http://schemas.microsoft.com/office/drawing/2014/main" id="{0AD2CAFC-6990-40FC-AFB4-5D2B02B79077}"/>
              </a:ext>
            </a:extLst>
          </p:cNvPr>
          <p:cNvSpPr txBox="1"/>
          <p:nvPr/>
        </p:nvSpPr>
        <p:spPr>
          <a:xfrm>
            <a:off x="7600950" y="2443729"/>
            <a:ext cx="3600450" cy="369332"/>
          </a:xfrm>
          <a:prstGeom prst="rect">
            <a:avLst/>
          </a:prstGeom>
          <a:noFill/>
        </p:spPr>
        <p:txBody>
          <a:bodyPr wrap="square" rtlCol="0">
            <a:spAutoFit/>
          </a:bodyPr>
          <a:lstStyle/>
          <a:p>
            <a:r>
              <a:rPr lang="es-ES" dirty="0"/>
              <a:t>RESULTADO EN EXCEL</a:t>
            </a:r>
            <a:endParaRPr lang="es-BO" dirty="0"/>
          </a:p>
        </p:txBody>
      </p:sp>
    </p:spTree>
    <p:extLst>
      <p:ext uri="{BB962C8B-B14F-4D97-AF65-F5344CB8AC3E}">
        <p14:creationId xmlns:p14="http://schemas.microsoft.com/office/powerpoint/2010/main" val="25316365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7ECB184A-2915-46E3-AB05-B647DFB9CEDC}"/>
              </a:ext>
            </a:extLst>
          </p:cNvPr>
          <p:cNvSpPr/>
          <p:nvPr/>
        </p:nvSpPr>
        <p:spPr>
          <a:xfrm>
            <a:off x="0" y="0"/>
            <a:ext cx="12192000" cy="6858000"/>
          </a:xfrm>
          <a:prstGeom prst="rect">
            <a:avLst/>
          </a:prstGeom>
          <a:blipFill dpi="0" rotWithShape="1">
            <a:blip r:embed="rId2">
              <a:alphaModFix amt="23000"/>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BO" dirty="0"/>
          </a:p>
        </p:txBody>
      </p:sp>
      <p:sp>
        <p:nvSpPr>
          <p:cNvPr id="2" name="CuadroTexto 1">
            <a:extLst>
              <a:ext uri="{FF2B5EF4-FFF2-40B4-BE49-F238E27FC236}">
                <a16:creationId xmlns:a16="http://schemas.microsoft.com/office/drawing/2014/main" id="{76BAE3E0-70F8-4BCA-A9EA-C65EF46E2BF1}"/>
              </a:ext>
            </a:extLst>
          </p:cNvPr>
          <p:cNvSpPr txBox="1"/>
          <p:nvPr/>
        </p:nvSpPr>
        <p:spPr>
          <a:xfrm>
            <a:off x="361950" y="495300"/>
            <a:ext cx="3105150" cy="369332"/>
          </a:xfrm>
          <a:prstGeom prst="rect">
            <a:avLst/>
          </a:prstGeom>
          <a:noFill/>
        </p:spPr>
        <p:txBody>
          <a:bodyPr wrap="square" rtlCol="0">
            <a:spAutoFit/>
          </a:bodyPr>
          <a:lstStyle/>
          <a:p>
            <a:r>
              <a:rPr lang="es-ES"/>
              <a:t>b) Menor  o igual a 21 años</a:t>
            </a:r>
            <a:endParaRPr lang="es-BO" dirty="0"/>
          </a:p>
        </p:txBody>
      </p:sp>
      <p:pic>
        <p:nvPicPr>
          <p:cNvPr id="5" name="Imagen 4">
            <a:extLst>
              <a:ext uri="{FF2B5EF4-FFF2-40B4-BE49-F238E27FC236}">
                <a16:creationId xmlns:a16="http://schemas.microsoft.com/office/drawing/2014/main" id="{285D67D5-E679-4903-8D30-5586D6E10A26}"/>
              </a:ext>
            </a:extLst>
          </p:cNvPr>
          <p:cNvPicPr>
            <a:picLocks noChangeAspect="1"/>
          </p:cNvPicPr>
          <p:nvPr/>
        </p:nvPicPr>
        <p:blipFill>
          <a:blip r:embed="rId3"/>
          <a:stretch>
            <a:fillRect/>
          </a:stretch>
        </p:blipFill>
        <p:spPr>
          <a:xfrm>
            <a:off x="361950" y="1359932"/>
            <a:ext cx="2711517" cy="1688068"/>
          </a:xfrm>
          <a:prstGeom prst="rect">
            <a:avLst/>
          </a:prstGeom>
        </p:spPr>
      </p:pic>
      <p:pic>
        <p:nvPicPr>
          <p:cNvPr id="6" name="Imagen 5">
            <a:extLst>
              <a:ext uri="{FF2B5EF4-FFF2-40B4-BE49-F238E27FC236}">
                <a16:creationId xmlns:a16="http://schemas.microsoft.com/office/drawing/2014/main" id="{A4BE2853-E64F-4DB0-B5BC-7895B439C8D9}"/>
              </a:ext>
            </a:extLst>
          </p:cNvPr>
          <p:cNvPicPr>
            <a:picLocks noChangeAspect="1"/>
          </p:cNvPicPr>
          <p:nvPr/>
        </p:nvPicPr>
        <p:blipFill>
          <a:blip r:embed="rId4"/>
          <a:stretch>
            <a:fillRect/>
          </a:stretch>
        </p:blipFill>
        <p:spPr>
          <a:xfrm>
            <a:off x="3215203" y="1359932"/>
            <a:ext cx="2547715" cy="1688068"/>
          </a:xfrm>
          <a:prstGeom prst="rect">
            <a:avLst/>
          </a:prstGeom>
        </p:spPr>
      </p:pic>
      <p:pic>
        <p:nvPicPr>
          <p:cNvPr id="7" name="Imagen 6">
            <a:extLst>
              <a:ext uri="{FF2B5EF4-FFF2-40B4-BE49-F238E27FC236}">
                <a16:creationId xmlns:a16="http://schemas.microsoft.com/office/drawing/2014/main" id="{786A8DA2-ACC0-44C9-8C71-0E4EFCF97EED}"/>
              </a:ext>
            </a:extLst>
          </p:cNvPr>
          <p:cNvPicPr>
            <a:picLocks noChangeAspect="1"/>
          </p:cNvPicPr>
          <p:nvPr/>
        </p:nvPicPr>
        <p:blipFill>
          <a:blip r:embed="rId5"/>
          <a:stretch>
            <a:fillRect/>
          </a:stretch>
        </p:blipFill>
        <p:spPr>
          <a:xfrm>
            <a:off x="123668" y="4053389"/>
            <a:ext cx="5899598" cy="597932"/>
          </a:xfrm>
          <a:prstGeom prst="rect">
            <a:avLst/>
          </a:prstGeom>
        </p:spPr>
      </p:pic>
      <p:pic>
        <p:nvPicPr>
          <p:cNvPr id="8" name="Imagen 7">
            <a:extLst>
              <a:ext uri="{FF2B5EF4-FFF2-40B4-BE49-F238E27FC236}">
                <a16:creationId xmlns:a16="http://schemas.microsoft.com/office/drawing/2014/main" id="{98B12F94-4472-401C-86AA-63060BF42C2E}"/>
              </a:ext>
            </a:extLst>
          </p:cNvPr>
          <p:cNvPicPr>
            <a:picLocks noChangeAspect="1"/>
          </p:cNvPicPr>
          <p:nvPr/>
        </p:nvPicPr>
        <p:blipFill>
          <a:blip r:embed="rId6"/>
          <a:stretch>
            <a:fillRect/>
          </a:stretch>
        </p:blipFill>
        <p:spPr>
          <a:xfrm>
            <a:off x="6400600" y="3903105"/>
            <a:ext cx="5414065" cy="1677601"/>
          </a:xfrm>
          <a:prstGeom prst="rect">
            <a:avLst/>
          </a:prstGeom>
        </p:spPr>
      </p:pic>
      <p:pic>
        <p:nvPicPr>
          <p:cNvPr id="9" name="Imagen 8">
            <a:extLst>
              <a:ext uri="{FF2B5EF4-FFF2-40B4-BE49-F238E27FC236}">
                <a16:creationId xmlns:a16="http://schemas.microsoft.com/office/drawing/2014/main" id="{5B669333-4100-4E97-A09E-F38A28B532B0}"/>
              </a:ext>
            </a:extLst>
          </p:cNvPr>
          <p:cNvPicPr>
            <a:picLocks noChangeAspect="1"/>
          </p:cNvPicPr>
          <p:nvPr/>
        </p:nvPicPr>
        <p:blipFill>
          <a:blip r:embed="rId7"/>
          <a:stretch>
            <a:fillRect/>
          </a:stretch>
        </p:blipFill>
        <p:spPr>
          <a:xfrm>
            <a:off x="6663826" y="1277293"/>
            <a:ext cx="4627265" cy="1853345"/>
          </a:xfrm>
          <a:prstGeom prst="rect">
            <a:avLst/>
          </a:prstGeom>
        </p:spPr>
      </p:pic>
      <p:pic>
        <p:nvPicPr>
          <p:cNvPr id="10" name="Imagen 9">
            <a:extLst>
              <a:ext uri="{FF2B5EF4-FFF2-40B4-BE49-F238E27FC236}">
                <a16:creationId xmlns:a16="http://schemas.microsoft.com/office/drawing/2014/main" id="{49D45F90-C708-4A34-92EF-BE81A8679260}"/>
              </a:ext>
            </a:extLst>
          </p:cNvPr>
          <p:cNvPicPr>
            <a:picLocks noChangeAspect="1"/>
          </p:cNvPicPr>
          <p:nvPr/>
        </p:nvPicPr>
        <p:blipFill>
          <a:blip r:embed="rId8"/>
          <a:stretch>
            <a:fillRect/>
          </a:stretch>
        </p:blipFill>
        <p:spPr>
          <a:xfrm>
            <a:off x="361950" y="3401467"/>
            <a:ext cx="4639458" cy="499915"/>
          </a:xfrm>
          <a:prstGeom prst="rect">
            <a:avLst/>
          </a:prstGeom>
        </p:spPr>
      </p:pic>
      <p:sp>
        <p:nvSpPr>
          <p:cNvPr id="12" name="CuadroTexto 11">
            <a:extLst>
              <a:ext uri="{FF2B5EF4-FFF2-40B4-BE49-F238E27FC236}">
                <a16:creationId xmlns:a16="http://schemas.microsoft.com/office/drawing/2014/main" id="{FDB5B1C3-2423-48E4-AED9-0C8A63B2EF60}"/>
              </a:ext>
            </a:extLst>
          </p:cNvPr>
          <p:cNvSpPr txBox="1"/>
          <p:nvPr/>
        </p:nvSpPr>
        <p:spPr>
          <a:xfrm>
            <a:off x="7048500" y="679966"/>
            <a:ext cx="3848100" cy="369332"/>
          </a:xfrm>
          <a:prstGeom prst="rect">
            <a:avLst/>
          </a:prstGeom>
          <a:noFill/>
        </p:spPr>
        <p:txBody>
          <a:bodyPr wrap="square" rtlCol="0">
            <a:spAutoFit/>
          </a:bodyPr>
          <a:lstStyle/>
          <a:p>
            <a:r>
              <a:rPr lang="es-ES" dirty="0"/>
              <a:t>RESULTADO EN MEGASTAT</a:t>
            </a:r>
          </a:p>
        </p:txBody>
      </p:sp>
    </p:spTree>
    <p:extLst>
      <p:ext uri="{BB962C8B-B14F-4D97-AF65-F5344CB8AC3E}">
        <p14:creationId xmlns:p14="http://schemas.microsoft.com/office/powerpoint/2010/main" val="4856746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7ECB184A-2915-46E3-AB05-B647DFB9CEDC}"/>
              </a:ext>
            </a:extLst>
          </p:cNvPr>
          <p:cNvSpPr/>
          <p:nvPr/>
        </p:nvSpPr>
        <p:spPr>
          <a:xfrm>
            <a:off x="295836" y="152400"/>
            <a:ext cx="12192000" cy="6858000"/>
          </a:xfrm>
          <a:prstGeom prst="rect">
            <a:avLst/>
          </a:prstGeom>
          <a:blipFill dpi="0" rotWithShape="1">
            <a:blip r:embed="rId2">
              <a:alphaModFix amt="23000"/>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BO" sz="1600" dirty="0"/>
          </a:p>
        </p:txBody>
      </p:sp>
      <p:sp>
        <p:nvSpPr>
          <p:cNvPr id="3" name="CuadroTexto 2">
            <a:extLst>
              <a:ext uri="{FF2B5EF4-FFF2-40B4-BE49-F238E27FC236}">
                <a16:creationId xmlns:a16="http://schemas.microsoft.com/office/drawing/2014/main" id="{7F76E1E4-1B0E-4C33-AB55-0BC5276DDA23}"/>
              </a:ext>
            </a:extLst>
          </p:cNvPr>
          <p:cNvSpPr txBox="1"/>
          <p:nvPr/>
        </p:nvSpPr>
        <p:spPr>
          <a:xfrm>
            <a:off x="419100" y="571500"/>
            <a:ext cx="2400300" cy="369332"/>
          </a:xfrm>
          <a:prstGeom prst="rect">
            <a:avLst/>
          </a:prstGeom>
          <a:noFill/>
        </p:spPr>
        <p:txBody>
          <a:bodyPr wrap="square" rtlCol="0">
            <a:spAutoFit/>
          </a:bodyPr>
          <a:lstStyle/>
          <a:p>
            <a:r>
              <a:rPr lang="es-ES" dirty="0"/>
              <a:t>c) entre 19 y 27 años</a:t>
            </a:r>
            <a:endParaRPr lang="es-BO" dirty="0"/>
          </a:p>
        </p:txBody>
      </p:sp>
      <p:pic>
        <p:nvPicPr>
          <p:cNvPr id="7" name="Imagen 6">
            <a:extLst>
              <a:ext uri="{FF2B5EF4-FFF2-40B4-BE49-F238E27FC236}">
                <a16:creationId xmlns:a16="http://schemas.microsoft.com/office/drawing/2014/main" id="{D03B0F32-97C0-4603-BBA8-30D4067B5F8E}"/>
              </a:ext>
            </a:extLst>
          </p:cNvPr>
          <p:cNvPicPr>
            <a:picLocks noChangeAspect="1"/>
          </p:cNvPicPr>
          <p:nvPr/>
        </p:nvPicPr>
        <p:blipFill>
          <a:blip r:embed="rId3"/>
          <a:stretch>
            <a:fillRect/>
          </a:stretch>
        </p:blipFill>
        <p:spPr>
          <a:xfrm>
            <a:off x="540420" y="4865260"/>
            <a:ext cx="1922790" cy="976900"/>
          </a:xfrm>
          <a:prstGeom prst="rect">
            <a:avLst/>
          </a:prstGeom>
        </p:spPr>
      </p:pic>
      <p:pic>
        <p:nvPicPr>
          <p:cNvPr id="8" name="Imagen 7">
            <a:extLst>
              <a:ext uri="{FF2B5EF4-FFF2-40B4-BE49-F238E27FC236}">
                <a16:creationId xmlns:a16="http://schemas.microsoft.com/office/drawing/2014/main" id="{016165AB-618F-4E7E-843E-05947435481D}"/>
              </a:ext>
            </a:extLst>
          </p:cNvPr>
          <p:cNvPicPr>
            <a:picLocks noChangeAspect="1"/>
          </p:cNvPicPr>
          <p:nvPr/>
        </p:nvPicPr>
        <p:blipFill>
          <a:blip r:embed="rId4"/>
          <a:stretch>
            <a:fillRect/>
          </a:stretch>
        </p:blipFill>
        <p:spPr>
          <a:xfrm>
            <a:off x="525162" y="3716597"/>
            <a:ext cx="1922790" cy="976900"/>
          </a:xfrm>
          <a:prstGeom prst="rect">
            <a:avLst/>
          </a:prstGeom>
        </p:spPr>
      </p:pic>
      <p:sp>
        <p:nvSpPr>
          <p:cNvPr id="2" name="CuadroTexto 1">
            <a:extLst>
              <a:ext uri="{FF2B5EF4-FFF2-40B4-BE49-F238E27FC236}">
                <a16:creationId xmlns:a16="http://schemas.microsoft.com/office/drawing/2014/main" id="{9CAE2AB0-59F4-43AF-A524-16BDD2C451D7}"/>
              </a:ext>
            </a:extLst>
          </p:cNvPr>
          <p:cNvSpPr txBox="1"/>
          <p:nvPr/>
        </p:nvSpPr>
        <p:spPr>
          <a:xfrm>
            <a:off x="2635624" y="5522257"/>
            <a:ext cx="4254872" cy="369332"/>
          </a:xfrm>
          <a:prstGeom prst="rect">
            <a:avLst/>
          </a:prstGeom>
          <a:noFill/>
        </p:spPr>
        <p:txBody>
          <a:bodyPr wrap="square" rtlCol="0">
            <a:spAutoFit/>
          </a:bodyPr>
          <a:lstStyle/>
          <a:p>
            <a:r>
              <a:rPr lang="es-BO" dirty="0"/>
              <a:t>           -0,2902              0,2902                      15 </a:t>
            </a:r>
          </a:p>
        </p:txBody>
      </p:sp>
      <p:sp>
        <p:nvSpPr>
          <p:cNvPr id="5" name="CuadroTexto 4">
            <a:extLst>
              <a:ext uri="{FF2B5EF4-FFF2-40B4-BE49-F238E27FC236}">
                <a16:creationId xmlns:a16="http://schemas.microsoft.com/office/drawing/2014/main" id="{202E615C-9572-49B3-9A8E-D6698B376B02}"/>
              </a:ext>
            </a:extLst>
          </p:cNvPr>
          <p:cNvSpPr txBox="1"/>
          <p:nvPr/>
        </p:nvSpPr>
        <p:spPr>
          <a:xfrm>
            <a:off x="3245227" y="4392709"/>
            <a:ext cx="3657600" cy="369332"/>
          </a:xfrm>
          <a:prstGeom prst="rect">
            <a:avLst/>
          </a:prstGeom>
          <a:noFill/>
        </p:spPr>
        <p:txBody>
          <a:bodyPr wrap="square" rtlCol="0">
            <a:spAutoFit/>
          </a:bodyPr>
          <a:lstStyle/>
          <a:p>
            <a:r>
              <a:rPr lang="es-BO" dirty="0"/>
              <a:t>0,4013                 0,5987                   -30 </a:t>
            </a:r>
          </a:p>
        </p:txBody>
      </p:sp>
      <p:sp>
        <p:nvSpPr>
          <p:cNvPr id="12" name="CuadroTexto 11">
            <a:extLst>
              <a:ext uri="{FF2B5EF4-FFF2-40B4-BE49-F238E27FC236}">
                <a16:creationId xmlns:a16="http://schemas.microsoft.com/office/drawing/2014/main" id="{C956B144-D3E0-4090-9D29-9924B90BA70C}"/>
              </a:ext>
            </a:extLst>
          </p:cNvPr>
          <p:cNvSpPr txBox="1"/>
          <p:nvPr/>
        </p:nvSpPr>
        <p:spPr>
          <a:xfrm>
            <a:off x="3236258" y="4984378"/>
            <a:ext cx="3657600" cy="369332"/>
          </a:xfrm>
          <a:prstGeom prst="rect">
            <a:avLst/>
          </a:prstGeom>
          <a:noFill/>
        </p:spPr>
        <p:txBody>
          <a:bodyPr wrap="square" rtlCol="0">
            <a:spAutoFit/>
          </a:bodyPr>
          <a:lstStyle/>
          <a:p>
            <a:r>
              <a:rPr lang="es-BO" dirty="0"/>
              <a:t>0,6915               0,3085                      15 </a:t>
            </a:r>
          </a:p>
        </p:txBody>
      </p:sp>
      <p:pic>
        <p:nvPicPr>
          <p:cNvPr id="13" name="Imagen 12">
            <a:extLst>
              <a:ext uri="{FF2B5EF4-FFF2-40B4-BE49-F238E27FC236}">
                <a16:creationId xmlns:a16="http://schemas.microsoft.com/office/drawing/2014/main" id="{5CF12598-D260-44C2-991E-459FBB063099}"/>
              </a:ext>
            </a:extLst>
          </p:cNvPr>
          <p:cNvPicPr>
            <a:picLocks noChangeAspect="1"/>
          </p:cNvPicPr>
          <p:nvPr/>
        </p:nvPicPr>
        <p:blipFill>
          <a:blip r:embed="rId5"/>
          <a:stretch>
            <a:fillRect/>
          </a:stretch>
        </p:blipFill>
        <p:spPr>
          <a:xfrm>
            <a:off x="6890496" y="1754617"/>
            <a:ext cx="4776342" cy="2613660"/>
          </a:xfrm>
          <a:prstGeom prst="rect">
            <a:avLst/>
          </a:prstGeom>
        </p:spPr>
      </p:pic>
      <p:pic>
        <p:nvPicPr>
          <p:cNvPr id="14" name="Imagen 13">
            <a:extLst>
              <a:ext uri="{FF2B5EF4-FFF2-40B4-BE49-F238E27FC236}">
                <a16:creationId xmlns:a16="http://schemas.microsoft.com/office/drawing/2014/main" id="{F863171B-442F-40E5-9CC9-54A2B7D0B676}"/>
              </a:ext>
            </a:extLst>
          </p:cNvPr>
          <p:cNvPicPr>
            <a:picLocks noChangeAspect="1"/>
          </p:cNvPicPr>
          <p:nvPr/>
        </p:nvPicPr>
        <p:blipFill>
          <a:blip r:embed="rId6"/>
          <a:stretch>
            <a:fillRect/>
          </a:stretch>
        </p:blipFill>
        <p:spPr>
          <a:xfrm>
            <a:off x="7062910" y="4984378"/>
            <a:ext cx="4707750" cy="887898"/>
          </a:xfrm>
          <a:prstGeom prst="rect">
            <a:avLst/>
          </a:prstGeom>
        </p:spPr>
      </p:pic>
      <p:graphicFrame>
        <p:nvGraphicFramePr>
          <p:cNvPr id="15" name="Tabla 14">
            <a:extLst>
              <a:ext uri="{FF2B5EF4-FFF2-40B4-BE49-F238E27FC236}">
                <a16:creationId xmlns:a16="http://schemas.microsoft.com/office/drawing/2014/main" id="{51235390-C51A-40BE-AE3B-7831A5C14879}"/>
              </a:ext>
            </a:extLst>
          </p:cNvPr>
          <p:cNvGraphicFramePr>
            <a:graphicFrameLocks noGrp="1"/>
          </p:cNvGraphicFramePr>
          <p:nvPr>
            <p:extLst>
              <p:ext uri="{D42A27DB-BD31-4B8C-83A1-F6EECF244321}">
                <p14:modId xmlns:p14="http://schemas.microsoft.com/office/powerpoint/2010/main" val="1700744768"/>
              </p:ext>
            </p:extLst>
          </p:nvPr>
        </p:nvGraphicFramePr>
        <p:xfrm>
          <a:off x="618569" y="1359931"/>
          <a:ext cx="2106702" cy="1749655"/>
        </p:xfrm>
        <a:graphic>
          <a:graphicData uri="http://schemas.openxmlformats.org/drawingml/2006/table">
            <a:tbl>
              <a:tblPr>
                <a:tableStyleId>{5C22544A-7EE6-4342-B048-85BDC9FD1C3A}</a:tableStyleId>
              </a:tblPr>
              <a:tblGrid>
                <a:gridCol w="1053351">
                  <a:extLst>
                    <a:ext uri="{9D8B030D-6E8A-4147-A177-3AD203B41FA5}">
                      <a16:colId xmlns:a16="http://schemas.microsoft.com/office/drawing/2014/main" val="271773954"/>
                    </a:ext>
                  </a:extLst>
                </a:gridCol>
                <a:gridCol w="1053351">
                  <a:extLst>
                    <a:ext uri="{9D8B030D-6E8A-4147-A177-3AD203B41FA5}">
                      <a16:colId xmlns:a16="http://schemas.microsoft.com/office/drawing/2014/main" val="4069318737"/>
                    </a:ext>
                  </a:extLst>
                </a:gridCol>
              </a:tblGrid>
              <a:tr h="300327">
                <a:tc gridSpan="2">
                  <a:txBody>
                    <a:bodyPr/>
                    <a:lstStyle/>
                    <a:p>
                      <a:pPr algn="ctr" fontAlgn="b"/>
                      <a:r>
                        <a:rPr lang="es-BO" sz="1600" b="1" u="none" strike="noStrike" dirty="0">
                          <a:effectLst/>
                        </a:rPr>
                        <a:t>datos</a:t>
                      </a:r>
                      <a:endParaRPr lang="es-BO" sz="1600" b="1" i="0" u="none" strike="noStrike" dirty="0">
                        <a:solidFill>
                          <a:srgbClr val="000000"/>
                        </a:solidFill>
                        <a:effectLst/>
                        <a:latin typeface="Arial" panose="020B0604020202020204" pitchFamily="34" charset="0"/>
                      </a:endParaRPr>
                    </a:p>
                  </a:txBody>
                  <a:tcPr marL="7620" marR="7620" marT="7620" marB="0" anchor="b"/>
                </a:tc>
                <a:tc hMerge="1">
                  <a:txBody>
                    <a:bodyPr/>
                    <a:lstStyle/>
                    <a:p>
                      <a:endParaRPr lang="es-BO"/>
                    </a:p>
                  </a:txBody>
                  <a:tcPr/>
                </a:tc>
                <a:extLst>
                  <a:ext uri="{0D108BD9-81ED-4DB2-BD59-A6C34878D82A}">
                    <a16:rowId xmlns:a16="http://schemas.microsoft.com/office/drawing/2014/main" val="294929178"/>
                  </a:ext>
                </a:extLst>
              </a:tr>
              <a:tr h="300327">
                <a:tc>
                  <a:txBody>
                    <a:bodyPr/>
                    <a:lstStyle/>
                    <a:p>
                      <a:pPr algn="l" fontAlgn="b"/>
                      <a:r>
                        <a:rPr lang="es-BO" sz="1600" b="1" u="none" strike="noStrike" dirty="0">
                          <a:effectLst/>
                        </a:rPr>
                        <a:t> </a:t>
                      </a:r>
                      <a:endParaRPr lang="es-BO" sz="1600" b="1" i="0" u="none" strike="noStrike" dirty="0">
                        <a:solidFill>
                          <a:srgbClr val="000000"/>
                        </a:solidFill>
                        <a:effectLst/>
                        <a:latin typeface="Arial" panose="020B0604020202020204" pitchFamily="34" charset="0"/>
                      </a:endParaRPr>
                    </a:p>
                  </a:txBody>
                  <a:tcPr marL="7620" marR="7620" marT="7620" marB="0" anchor="b"/>
                </a:tc>
                <a:tc>
                  <a:txBody>
                    <a:bodyPr/>
                    <a:lstStyle/>
                    <a:p>
                      <a:pPr algn="l" fontAlgn="b"/>
                      <a:r>
                        <a:rPr lang="es-BO" sz="1600" b="1" u="none" strike="noStrike" dirty="0">
                          <a:effectLst/>
                        </a:rPr>
                        <a:t> </a:t>
                      </a:r>
                      <a:endParaRPr lang="es-BO" sz="1600" b="1" i="0" u="none" strike="noStrike" dirty="0">
                        <a:solidFill>
                          <a:srgbClr val="000000"/>
                        </a:solidFill>
                        <a:effectLst/>
                        <a:latin typeface="Arial" panose="020B0604020202020204" pitchFamily="34" charset="0"/>
                      </a:endParaRPr>
                    </a:p>
                  </a:txBody>
                  <a:tcPr marL="7620" marR="7620" marT="7620" marB="0" anchor="b"/>
                </a:tc>
                <a:extLst>
                  <a:ext uri="{0D108BD9-81ED-4DB2-BD59-A6C34878D82A}">
                    <a16:rowId xmlns:a16="http://schemas.microsoft.com/office/drawing/2014/main" val="3990167859"/>
                  </a:ext>
                </a:extLst>
              </a:tr>
              <a:tr h="341281">
                <a:tc>
                  <a:txBody>
                    <a:bodyPr/>
                    <a:lstStyle/>
                    <a:p>
                      <a:pPr algn="r" fontAlgn="b"/>
                      <a:r>
                        <a:rPr lang="es-BO" sz="2400" b="1" u="none" strike="noStrike">
                          <a:effectLst/>
                        </a:rPr>
                        <a:t>m</a:t>
                      </a:r>
                      <a:endParaRPr lang="es-BO" sz="2400" b="1" i="0" u="none" strike="noStrike">
                        <a:solidFill>
                          <a:srgbClr val="000000"/>
                        </a:solidFill>
                        <a:effectLst/>
                        <a:latin typeface="Symbol" panose="05050102010706020507" pitchFamily="18" charset="2"/>
                      </a:endParaRPr>
                    </a:p>
                  </a:txBody>
                  <a:tcPr marL="7620" marR="7620" marT="7620" marB="0" anchor="b"/>
                </a:tc>
                <a:tc>
                  <a:txBody>
                    <a:bodyPr/>
                    <a:lstStyle/>
                    <a:p>
                      <a:pPr algn="r" fontAlgn="b"/>
                      <a:r>
                        <a:rPr lang="es-BO" sz="1600" b="1" u="none" strike="noStrike" dirty="0">
                          <a:effectLst/>
                        </a:rPr>
                        <a:t>23</a:t>
                      </a:r>
                      <a:endParaRPr lang="es-BO" sz="1600" b="1" i="0" u="none" strike="noStrike" dirty="0">
                        <a:solidFill>
                          <a:srgbClr val="000000"/>
                        </a:solidFill>
                        <a:effectLst/>
                        <a:latin typeface="Arial" panose="020B0604020202020204" pitchFamily="34" charset="0"/>
                      </a:endParaRPr>
                    </a:p>
                  </a:txBody>
                  <a:tcPr marL="7620" marR="7620" marT="7620" marB="0" anchor="b"/>
                </a:tc>
                <a:extLst>
                  <a:ext uri="{0D108BD9-81ED-4DB2-BD59-A6C34878D82A}">
                    <a16:rowId xmlns:a16="http://schemas.microsoft.com/office/drawing/2014/main" val="3373011340"/>
                  </a:ext>
                </a:extLst>
              </a:tr>
              <a:tr h="395886">
                <a:tc>
                  <a:txBody>
                    <a:bodyPr/>
                    <a:lstStyle/>
                    <a:p>
                      <a:pPr algn="r" fontAlgn="b"/>
                      <a:r>
                        <a:rPr lang="es-BO" sz="2800" b="1" u="none" strike="noStrike">
                          <a:effectLst/>
                        </a:rPr>
                        <a:t>s</a:t>
                      </a:r>
                      <a:endParaRPr lang="es-BO" sz="2800" b="1" i="0" u="none" strike="noStrike">
                        <a:solidFill>
                          <a:srgbClr val="000000"/>
                        </a:solidFill>
                        <a:effectLst/>
                        <a:latin typeface="Symbol" panose="05050102010706020507" pitchFamily="18" charset="2"/>
                      </a:endParaRPr>
                    </a:p>
                  </a:txBody>
                  <a:tcPr marL="7620" marR="7620" marT="7620" marB="0" anchor="b"/>
                </a:tc>
                <a:tc>
                  <a:txBody>
                    <a:bodyPr/>
                    <a:lstStyle/>
                    <a:p>
                      <a:pPr algn="r" fontAlgn="b"/>
                      <a:r>
                        <a:rPr lang="es-BO" sz="1600" b="1" u="none" strike="noStrike" dirty="0">
                          <a:effectLst/>
                        </a:rPr>
                        <a:t>4</a:t>
                      </a:r>
                      <a:endParaRPr lang="es-BO" sz="1600" b="1" i="0" u="none" strike="noStrike" dirty="0">
                        <a:solidFill>
                          <a:srgbClr val="000000"/>
                        </a:solidFill>
                        <a:effectLst/>
                        <a:latin typeface="Arial" panose="020B0604020202020204" pitchFamily="34" charset="0"/>
                      </a:endParaRPr>
                    </a:p>
                  </a:txBody>
                  <a:tcPr marL="7620" marR="7620" marT="7620" marB="0" anchor="b"/>
                </a:tc>
                <a:extLst>
                  <a:ext uri="{0D108BD9-81ED-4DB2-BD59-A6C34878D82A}">
                    <a16:rowId xmlns:a16="http://schemas.microsoft.com/office/drawing/2014/main" val="168683335"/>
                  </a:ext>
                </a:extLst>
              </a:tr>
              <a:tr h="341281">
                <a:tc>
                  <a:txBody>
                    <a:bodyPr/>
                    <a:lstStyle/>
                    <a:p>
                      <a:pPr algn="r" fontAlgn="b"/>
                      <a:r>
                        <a:rPr lang="es-BO" sz="2000" b="1" u="none" strike="noStrike">
                          <a:effectLst/>
                        </a:rPr>
                        <a:t>P</a:t>
                      </a:r>
                      <a:endParaRPr lang="es-BO" sz="2000" b="1" i="0" u="none" strike="noStrike">
                        <a:solidFill>
                          <a:srgbClr val="000000"/>
                        </a:solidFill>
                        <a:effectLst/>
                        <a:latin typeface="Arial" panose="020B0604020202020204" pitchFamily="34" charset="0"/>
                      </a:endParaRPr>
                    </a:p>
                  </a:txBody>
                  <a:tcPr marL="7620" marR="7620" marT="7620" marB="0" anchor="b"/>
                </a:tc>
                <a:tc>
                  <a:txBody>
                    <a:bodyPr/>
                    <a:lstStyle/>
                    <a:p>
                      <a:pPr algn="r" fontAlgn="b"/>
                      <a:r>
                        <a:rPr lang="es-BO" sz="1400" b="1" u="none" strike="noStrike" dirty="0">
                          <a:effectLst/>
                        </a:rPr>
                        <a:t>(22 ≤ X  ≤ 25</a:t>
                      </a:r>
                      <a:r>
                        <a:rPr lang="es-BO" sz="1600" b="1" u="none" strike="noStrike" dirty="0">
                          <a:effectLst/>
                        </a:rPr>
                        <a:t>)</a:t>
                      </a:r>
                      <a:endParaRPr lang="es-BO" sz="1600" b="1" i="0" u="none" strike="noStrike" dirty="0">
                        <a:solidFill>
                          <a:srgbClr val="000000"/>
                        </a:solidFill>
                        <a:effectLst/>
                        <a:latin typeface="Arial" panose="020B0604020202020204" pitchFamily="34" charset="0"/>
                      </a:endParaRPr>
                    </a:p>
                  </a:txBody>
                  <a:tcPr marL="7620" marR="7620" marT="7620" marB="0" anchor="b"/>
                </a:tc>
                <a:extLst>
                  <a:ext uri="{0D108BD9-81ED-4DB2-BD59-A6C34878D82A}">
                    <a16:rowId xmlns:a16="http://schemas.microsoft.com/office/drawing/2014/main" val="2355243124"/>
                  </a:ext>
                </a:extLst>
              </a:tr>
            </a:tbl>
          </a:graphicData>
        </a:graphic>
      </p:graphicFrame>
    </p:spTree>
    <p:extLst>
      <p:ext uri="{BB962C8B-B14F-4D97-AF65-F5344CB8AC3E}">
        <p14:creationId xmlns:p14="http://schemas.microsoft.com/office/powerpoint/2010/main" val="20614352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7ECB184A-2915-46E3-AB05-B647DFB9CEDC}"/>
              </a:ext>
            </a:extLst>
          </p:cNvPr>
          <p:cNvSpPr/>
          <p:nvPr/>
        </p:nvSpPr>
        <p:spPr>
          <a:xfrm>
            <a:off x="0" y="0"/>
            <a:ext cx="12192000" cy="6858000"/>
          </a:xfrm>
          <a:prstGeom prst="rect">
            <a:avLst/>
          </a:prstGeom>
          <a:blipFill dpi="0" rotWithShape="1">
            <a:blip r:embed="rId2">
              <a:alphaModFix amt="23000"/>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BO" dirty="0"/>
          </a:p>
        </p:txBody>
      </p:sp>
      <p:sp>
        <p:nvSpPr>
          <p:cNvPr id="3" name="CuadroTexto 2">
            <a:extLst>
              <a:ext uri="{FF2B5EF4-FFF2-40B4-BE49-F238E27FC236}">
                <a16:creationId xmlns:a16="http://schemas.microsoft.com/office/drawing/2014/main" id="{BFE46378-0567-4FF9-9A4A-EA07E0F023ED}"/>
              </a:ext>
            </a:extLst>
          </p:cNvPr>
          <p:cNvSpPr txBox="1"/>
          <p:nvPr/>
        </p:nvSpPr>
        <p:spPr>
          <a:xfrm>
            <a:off x="552450" y="1181963"/>
            <a:ext cx="10439400" cy="646331"/>
          </a:xfrm>
          <a:prstGeom prst="rect">
            <a:avLst/>
          </a:prstGeom>
          <a:noFill/>
        </p:spPr>
        <p:txBody>
          <a:bodyPr wrap="square" rtlCol="0">
            <a:spAutoFit/>
          </a:bodyPr>
          <a:lstStyle/>
          <a:p>
            <a:r>
              <a:rPr lang="es-ES" b="1">
                <a:latin typeface="Arial" panose="020B0604020202020204" pitchFamily="34" charset="0"/>
                <a:cs typeface="Arial" panose="020B0604020202020204" pitchFamily="34" charset="0"/>
              </a:rPr>
              <a:t>Los gastos de 50 alumnos de la UPDS se distribuyen normalmente con una media de 273bs con una desviacion estandar de 132bs hallar</a:t>
            </a:r>
            <a:endParaRPr lang="es-BO" b="1" dirty="0">
              <a:latin typeface="Arial" panose="020B0604020202020204" pitchFamily="34" charset="0"/>
              <a:cs typeface="Arial" panose="020B0604020202020204" pitchFamily="34" charset="0"/>
            </a:endParaRPr>
          </a:p>
        </p:txBody>
      </p:sp>
      <p:sp>
        <p:nvSpPr>
          <p:cNvPr id="5" name="CuadroTexto 4">
            <a:extLst>
              <a:ext uri="{FF2B5EF4-FFF2-40B4-BE49-F238E27FC236}">
                <a16:creationId xmlns:a16="http://schemas.microsoft.com/office/drawing/2014/main" id="{4E3505BA-9E58-412E-B2F6-BD4EF9EF58FA}"/>
              </a:ext>
            </a:extLst>
          </p:cNvPr>
          <p:cNvSpPr txBox="1"/>
          <p:nvPr/>
        </p:nvSpPr>
        <p:spPr>
          <a:xfrm>
            <a:off x="723900" y="2018794"/>
            <a:ext cx="10267950" cy="369332"/>
          </a:xfrm>
          <a:prstGeom prst="rect">
            <a:avLst/>
          </a:prstGeom>
          <a:noFill/>
        </p:spPr>
        <p:txBody>
          <a:bodyPr wrap="square" rtlCol="0">
            <a:spAutoFit/>
          </a:bodyPr>
          <a:lstStyle/>
          <a:p>
            <a:r>
              <a:rPr lang="es-ES" dirty="0"/>
              <a:t>a)cual es la probabilidad de que los gastos de un alumno elegido al azar sea mayor o igual a 350 bs</a:t>
            </a:r>
            <a:endParaRPr lang="es-BO" dirty="0"/>
          </a:p>
        </p:txBody>
      </p:sp>
      <p:pic>
        <p:nvPicPr>
          <p:cNvPr id="2" name="Imagen 1">
            <a:extLst>
              <a:ext uri="{FF2B5EF4-FFF2-40B4-BE49-F238E27FC236}">
                <a16:creationId xmlns:a16="http://schemas.microsoft.com/office/drawing/2014/main" id="{55D87628-A9CE-404D-9F92-DBB117113EE5}"/>
              </a:ext>
            </a:extLst>
          </p:cNvPr>
          <p:cNvPicPr>
            <a:picLocks noChangeAspect="1"/>
          </p:cNvPicPr>
          <p:nvPr/>
        </p:nvPicPr>
        <p:blipFill>
          <a:blip r:embed="rId3"/>
          <a:stretch>
            <a:fillRect/>
          </a:stretch>
        </p:blipFill>
        <p:spPr>
          <a:xfrm>
            <a:off x="723900" y="2735573"/>
            <a:ext cx="1933845" cy="1491273"/>
          </a:xfrm>
          <a:prstGeom prst="rect">
            <a:avLst/>
          </a:prstGeom>
        </p:spPr>
      </p:pic>
      <p:pic>
        <p:nvPicPr>
          <p:cNvPr id="6" name="Imagen 5">
            <a:extLst>
              <a:ext uri="{FF2B5EF4-FFF2-40B4-BE49-F238E27FC236}">
                <a16:creationId xmlns:a16="http://schemas.microsoft.com/office/drawing/2014/main" id="{E80DCB5E-AF55-427A-B014-776F26DC3F51}"/>
              </a:ext>
            </a:extLst>
          </p:cNvPr>
          <p:cNvPicPr>
            <a:picLocks noChangeAspect="1"/>
          </p:cNvPicPr>
          <p:nvPr/>
        </p:nvPicPr>
        <p:blipFill>
          <a:blip r:embed="rId4"/>
          <a:stretch>
            <a:fillRect/>
          </a:stretch>
        </p:blipFill>
        <p:spPr>
          <a:xfrm>
            <a:off x="2840965" y="2642697"/>
            <a:ext cx="1753446" cy="1584149"/>
          </a:xfrm>
          <a:prstGeom prst="rect">
            <a:avLst/>
          </a:prstGeom>
        </p:spPr>
      </p:pic>
      <p:graphicFrame>
        <p:nvGraphicFramePr>
          <p:cNvPr id="7" name="Tabla 6">
            <a:extLst>
              <a:ext uri="{FF2B5EF4-FFF2-40B4-BE49-F238E27FC236}">
                <a16:creationId xmlns:a16="http://schemas.microsoft.com/office/drawing/2014/main" id="{D6B47D10-D482-44C6-A360-49FD75DBA20B}"/>
              </a:ext>
            </a:extLst>
          </p:cNvPr>
          <p:cNvGraphicFramePr>
            <a:graphicFrameLocks noGrp="1"/>
          </p:cNvGraphicFramePr>
          <p:nvPr>
            <p:extLst>
              <p:ext uri="{D42A27DB-BD31-4B8C-83A1-F6EECF244321}">
                <p14:modId xmlns:p14="http://schemas.microsoft.com/office/powerpoint/2010/main" val="2885405168"/>
              </p:ext>
            </p:extLst>
          </p:nvPr>
        </p:nvGraphicFramePr>
        <p:xfrm>
          <a:off x="788893" y="4607859"/>
          <a:ext cx="3805516" cy="774556"/>
        </p:xfrm>
        <a:graphic>
          <a:graphicData uri="http://schemas.openxmlformats.org/drawingml/2006/table">
            <a:tbl>
              <a:tblPr>
                <a:tableStyleId>{5C22544A-7EE6-4342-B048-85BDC9FD1C3A}</a:tableStyleId>
              </a:tblPr>
              <a:tblGrid>
                <a:gridCol w="951379">
                  <a:extLst>
                    <a:ext uri="{9D8B030D-6E8A-4147-A177-3AD203B41FA5}">
                      <a16:colId xmlns:a16="http://schemas.microsoft.com/office/drawing/2014/main" val="2223953821"/>
                    </a:ext>
                  </a:extLst>
                </a:gridCol>
                <a:gridCol w="951379">
                  <a:extLst>
                    <a:ext uri="{9D8B030D-6E8A-4147-A177-3AD203B41FA5}">
                      <a16:colId xmlns:a16="http://schemas.microsoft.com/office/drawing/2014/main" val="2538177570"/>
                    </a:ext>
                  </a:extLst>
                </a:gridCol>
                <a:gridCol w="951379">
                  <a:extLst>
                    <a:ext uri="{9D8B030D-6E8A-4147-A177-3AD203B41FA5}">
                      <a16:colId xmlns:a16="http://schemas.microsoft.com/office/drawing/2014/main" val="558990125"/>
                    </a:ext>
                  </a:extLst>
                </a:gridCol>
                <a:gridCol w="951379">
                  <a:extLst>
                    <a:ext uri="{9D8B030D-6E8A-4147-A177-3AD203B41FA5}">
                      <a16:colId xmlns:a16="http://schemas.microsoft.com/office/drawing/2014/main" val="550298529"/>
                    </a:ext>
                  </a:extLst>
                </a:gridCol>
              </a:tblGrid>
              <a:tr h="387278">
                <a:tc>
                  <a:txBody>
                    <a:bodyPr/>
                    <a:lstStyle/>
                    <a:p>
                      <a:pPr algn="r" fontAlgn="b"/>
                      <a:r>
                        <a:rPr lang="es-BO" sz="1000" u="none" strike="noStrike">
                          <a:effectLst/>
                        </a:rPr>
                        <a:t>0,7202</a:t>
                      </a:r>
                      <a:endParaRPr lang="es-BO" sz="1000" b="0" i="0" u="none" strike="noStrike">
                        <a:solidFill>
                          <a:srgbClr val="000000"/>
                        </a:solidFill>
                        <a:effectLst/>
                        <a:latin typeface="Arial" panose="020B0604020202020204" pitchFamily="34" charset="0"/>
                      </a:endParaRPr>
                    </a:p>
                  </a:txBody>
                  <a:tcPr marL="7620" marR="7620" marT="7620" marB="0" anchor="b"/>
                </a:tc>
                <a:tc>
                  <a:txBody>
                    <a:bodyPr/>
                    <a:lstStyle/>
                    <a:p>
                      <a:pPr algn="r" fontAlgn="b"/>
                      <a:r>
                        <a:rPr lang="es-BO" sz="1000" u="none" strike="noStrike">
                          <a:effectLst/>
                        </a:rPr>
                        <a:t>0,2798</a:t>
                      </a:r>
                      <a:endParaRPr lang="es-BO" sz="1000" b="0" i="0" u="none" strike="noStrike">
                        <a:solidFill>
                          <a:srgbClr val="000000"/>
                        </a:solidFill>
                        <a:effectLst/>
                        <a:latin typeface="Arial" panose="020B0604020202020204" pitchFamily="34" charset="0"/>
                      </a:endParaRPr>
                    </a:p>
                  </a:txBody>
                  <a:tcPr marL="7620" marR="7620" marT="7620" marB="0" anchor="b"/>
                </a:tc>
                <a:tc>
                  <a:txBody>
                    <a:bodyPr/>
                    <a:lstStyle/>
                    <a:p>
                      <a:pPr algn="r" fontAlgn="b"/>
                      <a:r>
                        <a:rPr lang="es-BO" sz="1000" u="none" strike="noStrike">
                          <a:effectLst/>
                        </a:rPr>
                        <a:t>28%</a:t>
                      </a:r>
                      <a:endParaRPr lang="es-BO" sz="1000" b="0" i="0" u="none" strike="noStrike">
                        <a:solidFill>
                          <a:srgbClr val="000000"/>
                        </a:solidFill>
                        <a:effectLst/>
                        <a:latin typeface="Arial" panose="020B0604020202020204" pitchFamily="34" charset="0"/>
                      </a:endParaRPr>
                    </a:p>
                  </a:txBody>
                  <a:tcPr marL="7620" marR="7620" marT="7620" marB="0" anchor="b"/>
                </a:tc>
                <a:tc>
                  <a:txBody>
                    <a:bodyPr/>
                    <a:lstStyle/>
                    <a:p>
                      <a:pPr algn="l" fontAlgn="b"/>
                      <a:r>
                        <a:rPr lang="es-BO" sz="1000" u="none" strike="noStrike">
                          <a:effectLst/>
                        </a:rPr>
                        <a:t>proporcion</a:t>
                      </a:r>
                      <a:endParaRPr lang="es-BO" sz="1000" b="0" i="0" u="none" strike="noStrike">
                        <a:solidFill>
                          <a:srgbClr val="000000"/>
                        </a:solidFill>
                        <a:effectLst/>
                        <a:latin typeface="Arial" panose="020B0604020202020204" pitchFamily="34" charset="0"/>
                      </a:endParaRPr>
                    </a:p>
                  </a:txBody>
                  <a:tcPr marL="7620" marR="7620" marT="7620" marB="0" anchor="b"/>
                </a:tc>
                <a:extLst>
                  <a:ext uri="{0D108BD9-81ED-4DB2-BD59-A6C34878D82A}">
                    <a16:rowId xmlns:a16="http://schemas.microsoft.com/office/drawing/2014/main" val="4024026666"/>
                  </a:ext>
                </a:extLst>
              </a:tr>
              <a:tr h="387278">
                <a:tc>
                  <a:txBody>
                    <a:bodyPr/>
                    <a:lstStyle/>
                    <a:p>
                      <a:pPr algn="l" fontAlgn="b"/>
                      <a:endParaRPr lang="es-BO" sz="1000" b="0" i="0" u="none" strike="noStrike">
                        <a:solidFill>
                          <a:srgbClr val="000000"/>
                        </a:solidFill>
                        <a:effectLst/>
                        <a:latin typeface="Arial" panose="020B0604020202020204" pitchFamily="34" charset="0"/>
                      </a:endParaRPr>
                    </a:p>
                  </a:txBody>
                  <a:tcPr marL="7620" marR="7620" marT="7620" marB="0" anchor="b"/>
                </a:tc>
                <a:tc>
                  <a:txBody>
                    <a:bodyPr/>
                    <a:lstStyle/>
                    <a:p>
                      <a:pPr algn="l" fontAlgn="b"/>
                      <a:endParaRPr lang="es-BO" sz="1000" b="0" i="0" u="none" strike="noStrike" dirty="0">
                        <a:solidFill>
                          <a:srgbClr val="000000"/>
                        </a:solidFill>
                        <a:effectLst/>
                        <a:latin typeface="Arial" panose="020B0604020202020204" pitchFamily="34" charset="0"/>
                      </a:endParaRPr>
                    </a:p>
                  </a:txBody>
                  <a:tcPr marL="7620" marR="7620" marT="7620" marB="0" anchor="b"/>
                </a:tc>
                <a:tc>
                  <a:txBody>
                    <a:bodyPr/>
                    <a:lstStyle/>
                    <a:p>
                      <a:pPr algn="r" fontAlgn="b"/>
                      <a:r>
                        <a:rPr lang="es-BO" sz="1000" u="none" strike="noStrike">
                          <a:effectLst/>
                        </a:rPr>
                        <a:t>14</a:t>
                      </a:r>
                      <a:endParaRPr lang="es-BO" sz="1000" b="0" i="0" u="none" strike="noStrike">
                        <a:solidFill>
                          <a:srgbClr val="000000"/>
                        </a:solidFill>
                        <a:effectLst/>
                        <a:latin typeface="Arial" panose="020B0604020202020204" pitchFamily="34" charset="0"/>
                      </a:endParaRPr>
                    </a:p>
                  </a:txBody>
                  <a:tcPr marL="7620" marR="7620" marT="7620" marB="0" anchor="b"/>
                </a:tc>
                <a:tc>
                  <a:txBody>
                    <a:bodyPr/>
                    <a:lstStyle/>
                    <a:p>
                      <a:pPr algn="l" fontAlgn="b"/>
                      <a:r>
                        <a:rPr lang="es-BO" sz="1000" u="none" strike="noStrike" dirty="0">
                          <a:effectLst/>
                        </a:rPr>
                        <a:t>alumnos</a:t>
                      </a:r>
                      <a:endParaRPr lang="es-BO" sz="1000" b="0" i="0" u="none" strike="noStrike" dirty="0">
                        <a:solidFill>
                          <a:srgbClr val="000000"/>
                        </a:solidFill>
                        <a:effectLst/>
                        <a:latin typeface="Arial" panose="020B0604020202020204" pitchFamily="34" charset="0"/>
                      </a:endParaRPr>
                    </a:p>
                  </a:txBody>
                  <a:tcPr marL="7620" marR="7620" marT="7620" marB="0" anchor="b"/>
                </a:tc>
                <a:extLst>
                  <a:ext uri="{0D108BD9-81ED-4DB2-BD59-A6C34878D82A}">
                    <a16:rowId xmlns:a16="http://schemas.microsoft.com/office/drawing/2014/main" val="560074372"/>
                  </a:ext>
                </a:extLst>
              </a:tr>
            </a:tbl>
          </a:graphicData>
        </a:graphic>
      </p:graphicFrame>
      <p:pic>
        <p:nvPicPr>
          <p:cNvPr id="8" name="Imagen 7">
            <a:extLst>
              <a:ext uri="{FF2B5EF4-FFF2-40B4-BE49-F238E27FC236}">
                <a16:creationId xmlns:a16="http://schemas.microsoft.com/office/drawing/2014/main" id="{C4DC9E6E-778A-402B-B2C5-6031848AA5B5}"/>
              </a:ext>
            </a:extLst>
          </p:cNvPr>
          <p:cNvPicPr>
            <a:picLocks noChangeAspect="1"/>
          </p:cNvPicPr>
          <p:nvPr/>
        </p:nvPicPr>
        <p:blipFill>
          <a:blip r:embed="rId5"/>
          <a:stretch>
            <a:fillRect/>
          </a:stretch>
        </p:blipFill>
        <p:spPr>
          <a:xfrm>
            <a:off x="5857875" y="4607859"/>
            <a:ext cx="3848100" cy="800101"/>
          </a:xfrm>
          <a:prstGeom prst="rect">
            <a:avLst/>
          </a:prstGeom>
        </p:spPr>
      </p:pic>
      <p:pic>
        <p:nvPicPr>
          <p:cNvPr id="9" name="Imagen 8">
            <a:extLst>
              <a:ext uri="{FF2B5EF4-FFF2-40B4-BE49-F238E27FC236}">
                <a16:creationId xmlns:a16="http://schemas.microsoft.com/office/drawing/2014/main" id="{3C8607E6-B9B2-4FAC-AF51-4E1631C0006B}"/>
              </a:ext>
            </a:extLst>
          </p:cNvPr>
          <p:cNvPicPr>
            <a:picLocks noChangeAspect="1"/>
          </p:cNvPicPr>
          <p:nvPr/>
        </p:nvPicPr>
        <p:blipFill>
          <a:blip r:embed="rId6"/>
          <a:stretch>
            <a:fillRect/>
          </a:stretch>
        </p:blipFill>
        <p:spPr>
          <a:xfrm>
            <a:off x="5751195" y="2556754"/>
            <a:ext cx="3954780" cy="1826987"/>
          </a:xfrm>
          <a:prstGeom prst="rect">
            <a:avLst/>
          </a:prstGeom>
        </p:spPr>
      </p:pic>
    </p:spTree>
    <p:extLst>
      <p:ext uri="{BB962C8B-B14F-4D97-AF65-F5344CB8AC3E}">
        <p14:creationId xmlns:p14="http://schemas.microsoft.com/office/powerpoint/2010/main" val="33976737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7ECB184A-2915-46E3-AB05-B647DFB9CEDC}"/>
              </a:ext>
            </a:extLst>
          </p:cNvPr>
          <p:cNvSpPr/>
          <p:nvPr/>
        </p:nvSpPr>
        <p:spPr>
          <a:xfrm>
            <a:off x="61906" y="869576"/>
            <a:ext cx="12192000" cy="6858000"/>
          </a:xfrm>
          <a:prstGeom prst="rect">
            <a:avLst/>
          </a:prstGeom>
          <a:blipFill dpi="0" rotWithShape="1">
            <a:blip r:embed="rId2">
              <a:alphaModFix amt="23000"/>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BO" dirty="0"/>
          </a:p>
        </p:txBody>
      </p:sp>
      <p:sp>
        <p:nvSpPr>
          <p:cNvPr id="3" name="CuadroTexto 2">
            <a:extLst>
              <a:ext uri="{FF2B5EF4-FFF2-40B4-BE49-F238E27FC236}">
                <a16:creationId xmlns:a16="http://schemas.microsoft.com/office/drawing/2014/main" id="{BFE46378-0567-4FF9-9A4A-EA07E0F023ED}"/>
              </a:ext>
            </a:extLst>
          </p:cNvPr>
          <p:cNvSpPr txBox="1"/>
          <p:nvPr/>
        </p:nvSpPr>
        <p:spPr>
          <a:xfrm>
            <a:off x="552450" y="1181963"/>
            <a:ext cx="10439400" cy="707886"/>
          </a:xfrm>
          <a:prstGeom prst="rect">
            <a:avLst/>
          </a:prstGeom>
          <a:noFill/>
        </p:spPr>
        <p:txBody>
          <a:bodyPr wrap="square" rtlCol="0">
            <a:spAutoFit/>
          </a:bodyPr>
          <a:lstStyle/>
          <a:p>
            <a:pPr algn="ctr"/>
            <a:r>
              <a:rPr lang="es-BO" sz="4000" b="1" dirty="0">
                <a:latin typeface="Arial" panose="020B0604020202020204" pitchFamily="34" charset="0"/>
                <a:cs typeface="Arial" panose="020B0604020202020204" pitchFamily="34" charset="0"/>
              </a:rPr>
              <a:t>conclusión</a:t>
            </a:r>
          </a:p>
        </p:txBody>
      </p:sp>
      <p:sp>
        <p:nvSpPr>
          <p:cNvPr id="5" name="CuadroTexto 4">
            <a:extLst>
              <a:ext uri="{FF2B5EF4-FFF2-40B4-BE49-F238E27FC236}">
                <a16:creationId xmlns:a16="http://schemas.microsoft.com/office/drawing/2014/main" id="{4E3505BA-9E58-412E-B2F6-BD4EF9EF58FA}"/>
              </a:ext>
            </a:extLst>
          </p:cNvPr>
          <p:cNvSpPr txBox="1"/>
          <p:nvPr/>
        </p:nvSpPr>
        <p:spPr>
          <a:xfrm>
            <a:off x="723900" y="2018794"/>
            <a:ext cx="10267950" cy="2677656"/>
          </a:xfrm>
          <a:prstGeom prst="rect">
            <a:avLst/>
          </a:prstGeom>
          <a:noFill/>
        </p:spPr>
        <p:txBody>
          <a:bodyPr wrap="square" rtlCol="0">
            <a:spAutoFit/>
          </a:bodyPr>
          <a:lstStyle/>
          <a:p>
            <a:r>
              <a:rPr lang="es-ES" sz="2800" dirty="0"/>
              <a:t>La disponibilidad de modalidades de clase juega un papel crucial en la educación de ingeniería. Al comprender mejor cómo estas modalidades afectan la retención y el éxito académico, las facultades pueden diseñar programas educativos más adaptativos y efectivos, mejorando así la calidad educativa y los resultados académicos de los estudiantes.</a:t>
            </a:r>
            <a:endParaRPr lang="es-BO" sz="2800" dirty="0"/>
          </a:p>
        </p:txBody>
      </p:sp>
    </p:spTree>
    <p:extLst>
      <p:ext uri="{BB962C8B-B14F-4D97-AF65-F5344CB8AC3E}">
        <p14:creationId xmlns:p14="http://schemas.microsoft.com/office/powerpoint/2010/main" val="2213337102"/>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309</TotalTime>
  <Words>671</Words>
  <Application>Microsoft Office PowerPoint</Application>
  <PresentationFormat>Panorámica</PresentationFormat>
  <Paragraphs>56</Paragraphs>
  <Slides>11</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11</vt:i4>
      </vt:variant>
    </vt:vector>
  </HeadingPairs>
  <TitlesOfParts>
    <vt:vector size="17" baseType="lpstr">
      <vt:lpstr>Arial</vt:lpstr>
      <vt:lpstr>Calibri</vt:lpstr>
      <vt:lpstr>Calibri Light</vt:lpstr>
      <vt:lpstr>Elephant</vt:lpstr>
      <vt:lpstr>Symbol</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Usuario</dc:creator>
  <cp:lastModifiedBy>Douglas Flor Hernandez</cp:lastModifiedBy>
  <cp:revision>16</cp:revision>
  <dcterms:created xsi:type="dcterms:W3CDTF">2024-06-04T02:22:48Z</dcterms:created>
  <dcterms:modified xsi:type="dcterms:W3CDTF">2024-06-04T16:35:33Z</dcterms:modified>
</cp:coreProperties>
</file>