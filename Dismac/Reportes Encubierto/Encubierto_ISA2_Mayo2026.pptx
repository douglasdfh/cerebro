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201168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228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DISMAC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75120" y="685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ENCUBIERTO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Encubierta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Isabel La Católica 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·  Santa Cruz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114800" cy="36576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063240"/>
            <a:ext cx="2560320" cy="155448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GENERAL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3200400" y="3063240"/>
            <a:ext cx="2560320" cy="155448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34930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560320" cy="1554480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34930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Tarde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07-may: Consulta  ·  Refrigeradora y freezer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9194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12-may: Compra      ·  Jarra eléctrica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ÍNDICES GENERALES DE EVALUACIÓN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GENERAL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0" y="960120"/>
            <a:ext cx="164592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9601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7452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4767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del Vendedor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1947672"/>
            <a:ext cx="1645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9476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8595360" cy="530352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6888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6888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54203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en Caja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2542032"/>
            <a:ext cx="1645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54203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06324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6324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13639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Post Pago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136392"/>
            <a:ext cx="1645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136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8595360" cy="530352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5760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5760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73075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la Tienda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0" y="3730752"/>
            <a:ext cx="1645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7307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4320" y="425196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251960"/>
            <a:ext cx="640080" cy="530352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25196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432511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0" y="4325112"/>
            <a:ext cx="1645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43251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Benchmark mínimo aceptable: 75%  ·  Delivery: n/a (compra pequeña)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ATENCIÓN DEL VENDEDOR  ·  91%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0" y="91440"/>
            <a:ext cx="18288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91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42%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FORTALEZAS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contacto: 100%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642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Mostró el producto rápidamente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02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del producto: 100%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408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Mostró diferentes opciones: 100%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79192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79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Comunicó promociones y combos: 100%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extendida: 100%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355848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558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de venta: 100%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94176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941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Cerró la venta: 100%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32504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32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gratuita explicada: 100%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370832"/>
            <a:ext cx="4114800" cy="32004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70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de servicio: 100%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709160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personal: 100%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OPORTUNIDADES DE MEJORA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1325880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325880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3533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precios (proforma): 50%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159105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explicó el descuento por encontrar precio más bajo en otra tienda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2020824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2020824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0482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cambios y devoluciones: 50%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22860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Explicación incompleta — no detalló en qué casos aplica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2715768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715768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7432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Minicuotas (visita consulta): 50%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298094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mencionó minicuotas durante la consulta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410712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410712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4381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datos del cliente: 0%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92040" y="367588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ambas visitas no solicitó ni registró datos del cliente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105656"/>
            <a:ext cx="4114800" cy="64008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4105656"/>
            <a:ext cx="64008" cy="640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1330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Despedida general: 67%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92040" y="43708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solicitó datos para registro en el sistema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ATENCIÓN EN CAJA  ·  100%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0" y="91440"/>
            <a:ext cx="182880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91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Peso: 22%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E8F8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TODOS LOS ÍTEMS CUMPLIDOS AL 100% — EXCELENTE DESEMPEÑO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Saludó amablemente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1508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92808"/>
            <a:ext cx="8595360" cy="347472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928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Respetó el orden de llegada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18928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276856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7685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Explicó facturación electrónica (NIT, factura por correo/celular)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0" y="22768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660904"/>
            <a:ext cx="8595360" cy="347472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6090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Entregó garantía del producto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6609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044952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449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Dirigió al encargado de entrega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0449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8595360" cy="347472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290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Rapidez en cobro y facturación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34290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813048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130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Agradeció la compra y despidió amablemente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381304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197096"/>
            <a:ext cx="8595360" cy="347472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Minicuotas ofrecidas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419709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581144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8114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personal del cajero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0" y="458114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AMBIENTE · POST PAGO · DEVOLUCIÓN  ·  100% en todas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8346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LA TIENDA  ·  100%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15%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4173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orden: 100%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92024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192024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Pisos, paredes y techo en buenas condiciones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242316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42316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Pasillos libres con libre circulación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92608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292608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ordenados y limpios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342900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42900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Letreros y señalética: 100%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393192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" y="39319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visibles en todos los productos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443484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443484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4434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y señalética visibles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914400"/>
            <a:ext cx="28346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POST PAGO  · 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12070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11%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141732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14173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 tienda: 100%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192024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192024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Probó el producto al cliente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242316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242316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despidió amablemente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292608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292608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Jarra eléctrica: sin accesorios adicionales (n/a)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914400"/>
            <a:ext cx="28346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914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  ·  100%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12070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10%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141732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14173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Saludó amablemente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192024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0" y="192024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7648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Escuchó con paciencia e interés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17920" y="242316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7920" y="242316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Demostró buena actitud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17920" y="292608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292608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27648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Verificó el estado del producto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17920" y="342900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17920" y="342900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7648" y="3429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Hizo efectiva la devolución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217920" y="3931920"/>
            <a:ext cx="2834640" cy="457200"/>
          </a:xfrm>
          <a:prstGeom prst="rect">
            <a:avLst/>
          </a:prstGeom>
          <a:solidFill>
            <a:srgbClr val="F0F8F0"/>
          </a:solidFill>
          <a:ln w="12700">
            <a:solidFill>
              <a:srgbClr val="D0ED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17920" y="3931920"/>
            <a:ext cx="54864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27648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ágil y rápida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COMENTARIOS DEL EVALUADOR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 POSITIVO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114800" cy="1234440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89888"/>
            <a:ext cx="6400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07/may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explicó sobre diferentes artefactos según necesidad, marcas Kelvin (descuentos + licuadora) y Consul (tickets dorados). Entrega gratuita, instalación 79 Bs, garantía extendida hasta 3 años y posibilidad de devolución del dinero.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715768"/>
            <a:ext cx="4114800" cy="1234440"/>
          </a:xfrm>
          <a:prstGeom prst="rect">
            <a:avLst/>
          </a:prstGeom>
          <a:solidFill>
            <a:srgbClr val="F0FF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715768"/>
            <a:ext cx="6400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43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12/may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900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amable del vendedor, cajero y encargado de devolución. El ambiente de la tienda es amplio y acogedor.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 MEJORAR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389888"/>
            <a:ext cx="4114800" cy="123444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389888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07/may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6642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Mencionar minicuotas durante la consulta. Solicitar datos del cliente para registrarlo en el sistema.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715768"/>
            <a:ext cx="4114800" cy="1234440"/>
          </a:xfrm>
          <a:prstGeom prst="rect">
            <a:avLst/>
          </a:prstGeom>
          <a:solidFill>
            <a:srgbClr val="FFF8F0"/>
          </a:solidFill>
          <a:ln w="12700">
            <a:solidFill>
              <a:srgbClr val="FECB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715768"/>
            <a:ext cx="6400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43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12/may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9900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capacitación al vendedor sobre los productos. El volumen de la música estaba muy alto. Mejorar la exhibición de productos en la planta baja para que sean más visibles.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ACCIÓN — JUNIO 2026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para el equipo de Isabel La Católica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502920" cy="694944"/>
          </a:xfrm>
          <a:prstGeom prst="rect">
            <a:avLst/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0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de precios y proforma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270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toda consulta informar que Dismac tiene los precios más bajos y que si el cliente encuentra el mismo producto más barato en otra tienda, Dismac iguala el precio con 20% de descuento adicional.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993392"/>
            <a:ext cx="502920" cy="6949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93392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0391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completa de cambios y devoluciones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correctamente en qué casos aplica cambio o devolución, no solo restricciones. El cliente debe irse con la información completa.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52344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52344"/>
            <a:ext cx="502920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52344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27980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Minicuotas en toda consulta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0449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siempre el método de pago y ofrecer minicuotas. Aplica tanto en visita de consulta como de compra.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11296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511296"/>
            <a:ext cx="502920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11296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5570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datos del cliente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8039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y registrar datos en el sistema en cada interacción. Es obligatorio en toda venta.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270248"/>
            <a:ext cx="8503920" cy="694944"/>
          </a:xfrm>
          <a:prstGeom prst="rect">
            <a:avLst/>
          </a:prstGeom>
          <a:solidFill>
            <a:srgbClr val="2D2D44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270248"/>
            <a:ext cx="502920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70248"/>
            <a:ext cx="502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4400" y="43159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 y exhibición planta baja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56285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volumen de la música en tienda. Mejorar la exhibición de productos en la planta baja para mayor visibilidad.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Encubierto Mayo 2026 - Isabel La Católica 2</dc:title>
  <dc:subject>PptxGenJS Presentation</dc:subject>
  <dc:creator>PptxGenJS</dc:creator>
  <cp:lastModifiedBy>PptxGenJS</cp:lastModifiedBy>
  <cp:revision>1</cp:revision>
  <dcterms:created xsi:type="dcterms:W3CDTF">2026-06-03T03:53:55Z</dcterms:created>
  <dcterms:modified xsi:type="dcterms:W3CDTF">2026-06-03T03:53:55Z</dcterms:modified>
</cp:coreProperties>
</file>