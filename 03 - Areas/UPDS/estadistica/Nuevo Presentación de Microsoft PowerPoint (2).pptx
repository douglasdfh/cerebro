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2239625" cy="8783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>
        <p:scale>
          <a:sx n="70" d="100"/>
          <a:sy n="70" d="100"/>
        </p:scale>
        <p:origin x="16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7972" y="1437508"/>
            <a:ext cx="10403681" cy="3058007"/>
          </a:xfrm>
        </p:spPr>
        <p:txBody>
          <a:bodyPr anchor="b"/>
          <a:lstStyle>
            <a:lvl1pPr algn="ctr">
              <a:defRPr sz="768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4613444"/>
            <a:ext cx="9179719" cy="2120679"/>
          </a:xfrm>
        </p:spPr>
        <p:txBody>
          <a:bodyPr/>
          <a:lstStyle>
            <a:lvl1pPr marL="0" indent="0" algn="ctr">
              <a:buNone/>
              <a:defRPr sz="3074"/>
            </a:lvl1pPr>
            <a:lvl2pPr marL="585582" indent="0" algn="ctr">
              <a:buNone/>
              <a:defRPr sz="2562"/>
            </a:lvl2pPr>
            <a:lvl3pPr marL="1171164" indent="0" algn="ctr">
              <a:buNone/>
              <a:defRPr sz="2305"/>
            </a:lvl3pPr>
            <a:lvl4pPr marL="1756745" indent="0" algn="ctr">
              <a:buNone/>
              <a:defRPr sz="2049"/>
            </a:lvl4pPr>
            <a:lvl5pPr marL="2342327" indent="0" algn="ctr">
              <a:buNone/>
              <a:defRPr sz="2049"/>
            </a:lvl5pPr>
            <a:lvl6pPr marL="2927909" indent="0" algn="ctr">
              <a:buNone/>
              <a:defRPr sz="2049"/>
            </a:lvl6pPr>
            <a:lvl7pPr marL="3513491" indent="0" algn="ctr">
              <a:buNone/>
              <a:defRPr sz="2049"/>
            </a:lvl7pPr>
            <a:lvl8pPr marL="4099072" indent="0" algn="ctr">
              <a:buNone/>
              <a:defRPr sz="2049"/>
            </a:lvl8pPr>
            <a:lvl9pPr marL="4684654" indent="0" algn="ctr">
              <a:buNone/>
              <a:defRPr sz="2049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6336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9782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00" y="2189812"/>
            <a:ext cx="10556677" cy="3653749"/>
          </a:xfrm>
        </p:spPr>
        <p:txBody>
          <a:bodyPr anchor="b"/>
          <a:lstStyle>
            <a:lvl1pPr>
              <a:defRPr sz="768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100" y="5878127"/>
            <a:ext cx="10556677" cy="1921420"/>
          </a:xfrm>
        </p:spPr>
        <p:txBody>
          <a:bodyPr/>
          <a:lstStyle>
            <a:lvl1pPr marL="0" indent="0">
              <a:buNone/>
              <a:defRPr sz="3074">
                <a:solidFill>
                  <a:schemeClr val="tx1"/>
                </a:solidFill>
              </a:defRPr>
            </a:lvl1pPr>
            <a:lvl2pPr marL="585582" indent="0">
              <a:buNone/>
              <a:defRPr sz="2562">
                <a:solidFill>
                  <a:schemeClr val="tx1">
                    <a:tint val="75000"/>
                  </a:schemeClr>
                </a:solidFill>
              </a:defRPr>
            </a:lvl2pPr>
            <a:lvl3pPr marL="1171164" indent="0">
              <a:buNone/>
              <a:defRPr sz="2305">
                <a:solidFill>
                  <a:schemeClr val="tx1">
                    <a:tint val="75000"/>
                  </a:schemeClr>
                </a:solidFill>
              </a:defRPr>
            </a:lvl3pPr>
            <a:lvl4pPr marL="1756745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4pPr>
            <a:lvl5pPr marL="2342327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5pPr>
            <a:lvl6pPr marL="2927909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6pPr>
            <a:lvl7pPr marL="351349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7pPr>
            <a:lvl8pPr marL="4099072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8pPr>
            <a:lvl9pPr marL="4684654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5468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2338237"/>
            <a:ext cx="5201841" cy="55731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2338237"/>
            <a:ext cx="5201841" cy="55731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95626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467649"/>
            <a:ext cx="10556677" cy="16977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70" y="2153212"/>
            <a:ext cx="5177934" cy="1055256"/>
          </a:xfrm>
        </p:spPr>
        <p:txBody>
          <a:bodyPr anchor="b"/>
          <a:lstStyle>
            <a:lvl1pPr marL="0" indent="0">
              <a:buNone/>
              <a:defRPr sz="3074" b="1"/>
            </a:lvl1pPr>
            <a:lvl2pPr marL="585582" indent="0">
              <a:buNone/>
              <a:defRPr sz="2562" b="1"/>
            </a:lvl2pPr>
            <a:lvl3pPr marL="1171164" indent="0">
              <a:buNone/>
              <a:defRPr sz="2305" b="1"/>
            </a:lvl3pPr>
            <a:lvl4pPr marL="1756745" indent="0">
              <a:buNone/>
              <a:defRPr sz="2049" b="1"/>
            </a:lvl4pPr>
            <a:lvl5pPr marL="2342327" indent="0">
              <a:buNone/>
              <a:defRPr sz="2049" b="1"/>
            </a:lvl5pPr>
            <a:lvl6pPr marL="2927909" indent="0">
              <a:buNone/>
              <a:defRPr sz="2049" b="1"/>
            </a:lvl6pPr>
            <a:lvl7pPr marL="3513491" indent="0">
              <a:buNone/>
              <a:defRPr sz="2049" b="1"/>
            </a:lvl7pPr>
            <a:lvl8pPr marL="4099072" indent="0">
              <a:buNone/>
              <a:defRPr sz="2049" b="1"/>
            </a:lvl8pPr>
            <a:lvl9pPr marL="4684654" indent="0">
              <a:buNone/>
              <a:defRPr sz="204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70" y="3208468"/>
            <a:ext cx="5177934" cy="47191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1" y="2153212"/>
            <a:ext cx="5203435" cy="1055256"/>
          </a:xfrm>
        </p:spPr>
        <p:txBody>
          <a:bodyPr anchor="b"/>
          <a:lstStyle>
            <a:lvl1pPr marL="0" indent="0">
              <a:buNone/>
              <a:defRPr sz="3074" b="1"/>
            </a:lvl1pPr>
            <a:lvl2pPr marL="585582" indent="0">
              <a:buNone/>
              <a:defRPr sz="2562" b="1"/>
            </a:lvl2pPr>
            <a:lvl3pPr marL="1171164" indent="0">
              <a:buNone/>
              <a:defRPr sz="2305" b="1"/>
            </a:lvl3pPr>
            <a:lvl4pPr marL="1756745" indent="0">
              <a:buNone/>
              <a:defRPr sz="2049" b="1"/>
            </a:lvl4pPr>
            <a:lvl5pPr marL="2342327" indent="0">
              <a:buNone/>
              <a:defRPr sz="2049" b="1"/>
            </a:lvl5pPr>
            <a:lvl6pPr marL="2927909" indent="0">
              <a:buNone/>
              <a:defRPr sz="2049" b="1"/>
            </a:lvl6pPr>
            <a:lvl7pPr marL="3513491" indent="0">
              <a:buNone/>
              <a:defRPr sz="2049" b="1"/>
            </a:lvl7pPr>
            <a:lvl8pPr marL="4099072" indent="0">
              <a:buNone/>
              <a:defRPr sz="2049" b="1"/>
            </a:lvl8pPr>
            <a:lvl9pPr marL="4684654" indent="0">
              <a:buNone/>
              <a:defRPr sz="204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1" y="3208468"/>
            <a:ext cx="5203435" cy="47191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3979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8706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4882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85576"/>
            <a:ext cx="3947598" cy="2049516"/>
          </a:xfrm>
        </p:spPr>
        <p:txBody>
          <a:bodyPr anchor="b"/>
          <a:lstStyle>
            <a:lvl1pPr>
              <a:defRPr sz="40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264683"/>
            <a:ext cx="6196310" cy="6242076"/>
          </a:xfrm>
        </p:spPr>
        <p:txBody>
          <a:bodyPr/>
          <a:lstStyle>
            <a:lvl1pPr>
              <a:defRPr sz="4099"/>
            </a:lvl1pPr>
            <a:lvl2pPr>
              <a:defRPr sz="3586"/>
            </a:lvl2pPr>
            <a:lvl3pPr>
              <a:defRPr sz="3074"/>
            </a:lvl3pPr>
            <a:lvl4pPr>
              <a:defRPr sz="2562"/>
            </a:lvl4pPr>
            <a:lvl5pPr>
              <a:defRPr sz="2562"/>
            </a:lvl5pPr>
            <a:lvl6pPr>
              <a:defRPr sz="2562"/>
            </a:lvl6pPr>
            <a:lvl7pPr>
              <a:defRPr sz="2562"/>
            </a:lvl7pPr>
            <a:lvl8pPr>
              <a:defRPr sz="2562"/>
            </a:lvl8pPr>
            <a:lvl9pPr>
              <a:defRPr sz="25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635091"/>
            <a:ext cx="3947598" cy="4881833"/>
          </a:xfrm>
        </p:spPr>
        <p:txBody>
          <a:bodyPr/>
          <a:lstStyle>
            <a:lvl1pPr marL="0" indent="0">
              <a:buNone/>
              <a:defRPr sz="2049"/>
            </a:lvl1pPr>
            <a:lvl2pPr marL="585582" indent="0">
              <a:buNone/>
              <a:defRPr sz="1793"/>
            </a:lvl2pPr>
            <a:lvl3pPr marL="1171164" indent="0">
              <a:buNone/>
              <a:defRPr sz="1537"/>
            </a:lvl3pPr>
            <a:lvl4pPr marL="1756745" indent="0">
              <a:buNone/>
              <a:defRPr sz="1281"/>
            </a:lvl4pPr>
            <a:lvl5pPr marL="2342327" indent="0">
              <a:buNone/>
              <a:defRPr sz="1281"/>
            </a:lvl5pPr>
            <a:lvl6pPr marL="2927909" indent="0">
              <a:buNone/>
              <a:defRPr sz="1281"/>
            </a:lvl6pPr>
            <a:lvl7pPr marL="3513491" indent="0">
              <a:buNone/>
              <a:defRPr sz="1281"/>
            </a:lvl7pPr>
            <a:lvl8pPr marL="4099072" indent="0">
              <a:buNone/>
              <a:defRPr sz="1281"/>
            </a:lvl8pPr>
            <a:lvl9pPr marL="4684654" indent="0">
              <a:buNone/>
              <a:defRPr sz="12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9712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85576"/>
            <a:ext cx="3947598" cy="2049516"/>
          </a:xfrm>
        </p:spPr>
        <p:txBody>
          <a:bodyPr anchor="b"/>
          <a:lstStyle>
            <a:lvl1pPr>
              <a:defRPr sz="40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264683"/>
            <a:ext cx="6196310" cy="6242076"/>
          </a:xfrm>
        </p:spPr>
        <p:txBody>
          <a:bodyPr anchor="t"/>
          <a:lstStyle>
            <a:lvl1pPr marL="0" indent="0">
              <a:buNone/>
              <a:defRPr sz="4099"/>
            </a:lvl1pPr>
            <a:lvl2pPr marL="585582" indent="0">
              <a:buNone/>
              <a:defRPr sz="3586"/>
            </a:lvl2pPr>
            <a:lvl3pPr marL="1171164" indent="0">
              <a:buNone/>
              <a:defRPr sz="3074"/>
            </a:lvl3pPr>
            <a:lvl4pPr marL="1756745" indent="0">
              <a:buNone/>
              <a:defRPr sz="2562"/>
            </a:lvl4pPr>
            <a:lvl5pPr marL="2342327" indent="0">
              <a:buNone/>
              <a:defRPr sz="2562"/>
            </a:lvl5pPr>
            <a:lvl6pPr marL="2927909" indent="0">
              <a:buNone/>
              <a:defRPr sz="2562"/>
            </a:lvl6pPr>
            <a:lvl7pPr marL="3513491" indent="0">
              <a:buNone/>
              <a:defRPr sz="2562"/>
            </a:lvl7pPr>
            <a:lvl8pPr marL="4099072" indent="0">
              <a:buNone/>
              <a:defRPr sz="2562"/>
            </a:lvl8pPr>
            <a:lvl9pPr marL="4684654" indent="0">
              <a:buNone/>
              <a:defRPr sz="256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635091"/>
            <a:ext cx="3947598" cy="4881833"/>
          </a:xfrm>
        </p:spPr>
        <p:txBody>
          <a:bodyPr/>
          <a:lstStyle>
            <a:lvl1pPr marL="0" indent="0">
              <a:buNone/>
              <a:defRPr sz="2049"/>
            </a:lvl1pPr>
            <a:lvl2pPr marL="585582" indent="0">
              <a:buNone/>
              <a:defRPr sz="1793"/>
            </a:lvl2pPr>
            <a:lvl3pPr marL="1171164" indent="0">
              <a:buNone/>
              <a:defRPr sz="1537"/>
            </a:lvl3pPr>
            <a:lvl4pPr marL="1756745" indent="0">
              <a:buNone/>
              <a:defRPr sz="1281"/>
            </a:lvl4pPr>
            <a:lvl5pPr marL="2342327" indent="0">
              <a:buNone/>
              <a:defRPr sz="1281"/>
            </a:lvl5pPr>
            <a:lvl6pPr marL="2927909" indent="0">
              <a:buNone/>
              <a:defRPr sz="1281"/>
            </a:lvl6pPr>
            <a:lvl7pPr marL="3513491" indent="0">
              <a:buNone/>
              <a:defRPr sz="1281"/>
            </a:lvl7pPr>
            <a:lvl8pPr marL="4099072" indent="0">
              <a:buNone/>
              <a:defRPr sz="1281"/>
            </a:lvl8pPr>
            <a:lvl9pPr marL="4684654" indent="0">
              <a:buNone/>
              <a:defRPr sz="12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0954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7626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467647"/>
            <a:ext cx="2639169" cy="744372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5" y="467647"/>
            <a:ext cx="7764512" cy="744372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4470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467649"/>
            <a:ext cx="10556677" cy="1697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2338237"/>
            <a:ext cx="10556677" cy="5573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8141133"/>
            <a:ext cx="2753916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B390B-02E1-4C4B-B73E-F0C097E54026}" type="datetimeFigureOut">
              <a:rPr lang="es-BO" smtClean="0"/>
              <a:t>25/8/2023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8141133"/>
            <a:ext cx="4130873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8141133"/>
            <a:ext cx="2753916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20026-A57A-4F50-9DB0-EBBD7FC3721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4475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71164" rtl="0" eaLnBrk="1" latinLnBrk="0" hangingPunct="1">
        <a:lnSpc>
          <a:spcPct val="90000"/>
        </a:lnSpc>
        <a:spcBef>
          <a:spcPct val="0"/>
        </a:spcBef>
        <a:buNone/>
        <a:defRPr sz="56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791" indent="-292791" algn="l" defTabSz="1171164" rtl="0" eaLnBrk="1" latinLnBrk="0" hangingPunct="1">
        <a:lnSpc>
          <a:spcPct val="90000"/>
        </a:lnSpc>
        <a:spcBef>
          <a:spcPts val="1281"/>
        </a:spcBef>
        <a:buFont typeface="Arial" panose="020B0604020202020204" pitchFamily="34" charset="0"/>
        <a:buChar char="•"/>
        <a:defRPr sz="3586" kern="1200">
          <a:solidFill>
            <a:schemeClr val="tx1"/>
          </a:solidFill>
          <a:latin typeface="+mn-lt"/>
          <a:ea typeface="+mn-ea"/>
          <a:cs typeface="+mn-cs"/>
        </a:defRPr>
      </a:lvl1pPr>
      <a:lvl2pPr marL="878373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3074" kern="1200">
          <a:solidFill>
            <a:schemeClr val="tx1"/>
          </a:solidFill>
          <a:latin typeface="+mn-lt"/>
          <a:ea typeface="+mn-ea"/>
          <a:cs typeface="+mn-cs"/>
        </a:defRPr>
      </a:lvl2pPr>
      <a:lvl3pPr marL="1463954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3pPr>
      <a:lvl4pPr marL="2049536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635118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3220700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806281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391863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977445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1pPr>
      <a:lvl2pPr marL="585582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2pPr>
      <a:lvl3pPr marL="1171164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3pPr>
      <a:lvl4pPr marL="1756745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342327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2927909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513491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099072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684654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E2CC511-D7E5-42A1-87E7-F321CA7CED4F}"/>
              </a:ext>
            </a:extLst>
          </p:cNvPr>
          <p:cNvSpPr/>
          <p:nvPr/>
        </p:nvSpPr>
        <p:spPr>
          <a:xfrm>
            <a:off x="5968600" y="3155424"/>
            <a:ext cx="1197428" cy="42454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BO" sz="1200" dirty="0">
                <a:solidFill>
                  <a:schemeClr val="tx1"/>
                </a:solidFill>
              </a:rPr>
              <a:t>  IMAGINACIÓN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D8F9DD9-31C7-4CD2-A391-6784882DE395}"/>
              </a:ext>
            </a:extLst>
          </p:cNvPr>
          <p:cNvSpPr/>
          <p:nvPr/>
        </p:nvSpPr>
        <p:spPr>
          <a:xfrm>
            <a:off x="4380958" y="3442609"/>
            <a:ext cx="1066800" cy="42454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BO" sz="1200" dirty="0">
                <a:solidFill>
                  <a:schemeClr val="tx1"/>
                </a:solidFill>
              </a:rPr>
              <a:t>  LENGUAJE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988EBA7-F1AD-4FBA-B670-842912A2CE05}"/>
              </a:ext>
            </a:extLst>
          </p:cNvPr>
          <p:cNvSpPr/>
          <p:nvPr/>
        </p:nvSpPr>
        <p:spPr>
          <a:xfrm>
            <a:off x="7858668" y="3483566"/>
            <a:ext cx="1175656" cy="3863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BO" sz="1200" dirty="0">
                <a:solidFill>
                  <a:schemeClr val="tx1"/>
                </a:solidFill>
              </a:rPr>
              <a:t>PENSAMIENTO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BA15D9B-F4E8-47BE-B848-178C85593E41}"/>
              </a:ext>
            </a:extLst>
          </p:cNvPr>
          <p:cNvSpPr/>
          <p:nvPr/>
        </p:nvSpPr>
        <p:spPr>
          <a:xfrm>
            <a:off x="5447758" y="3781333"/>
            <a:ext cx="2253343" cy="9797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LENGUAJE, IMAGINACION Y </a:t>
            </a:r>
          </a:p>
          <a:p>
            <a:pPr algn="ctr"/>
            <a:r>
              <a:rPr lang="es-BO" sz="1200" dirty="0">
                <a:solidFill>
                  <a:schemeClr val="tx1"/>
                </a:solidFill>
              </a:rPr>
              <a:t>PENSAMIENTO</a:t>
            </a:r>
            <a:endParaRPr lang="es-BO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8EBB2F0-C5F4-46DB-8E10-89C6FE916981}"/>
              </a:ext>
            </a:extLst>
          </p:cNvPr>
          <p:cNvSpPr/>
          <p:nvPr/>
        </p:nvSpPr>
        <p:spPr>
          <a:xfrm>
            <a:off x="4350477" y="2830144"/>
            <a:ext cx="1066800" cy="4245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Sistema de comunicación 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C2980FE-5310-401D-B244-94EBAB57BB3A}"/>
              </a:ext>
            </a:extLst>
          </p:cNvPr>
          <p:cNvSpPr/>
          <p:nvPr/>
        </p:nvSpPr>
        <p:spPr>
          <a:xfrm>
            <a:off x="2479454" y="2553565"/>
            <a:ext cx="1036320" cy="2863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Funciones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65CACEB-225D-43AD-B0D2-5D0BF10BAC61}"/>
              </a:ext>
            </a:extLst>
          </p:cNvPr>
          <p:cNvSpPr/>
          <p:nvPr/>
        </p:nvSpPr>
        <p:spPr>
          <a:xfrm>
            <a:off x="204892" y="298809"/>
            <a:ext cx="1653031" cy="246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Ferdinand De Saussure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55C3FD-8ABA-4665-BF36-2ABBA77FF3E8}"/>
              </a:ext>
            </a:extLst>
          </p:cNvPr>
          <p:cNvSpPr/>
          <p:nvPr/>
        </p:nvSpPr>
        <p:spPr>
          <a:xfrm>
            <a:off x="204892" y="636695"/>
            <a:ext cx="1653031" cy="2090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Roman Jakobson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6907505-BC72-44B1-B83B-B12DBB2F369E}"/>
              </a:ext>
            </a:extLst>
          </p:cNvPr>
          <p:cNvSpPr/>
          <p:nvPr/>
        </p:nvSpPr>
        <p:spPr>
          <a:xfrm>
            <a:off x="204891" y="937409"/>
            <a:ext cx="1653031" cy="236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Noam Chomsky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DAA0D0F-795E-413B-8402-53E24DC70FD3}"/>
              </a:ext>
            </a:extLst>
          </p:cNvPr>
          <p:cNvSpPr/>
          <p:nvPr/>
        </p:nvSpPr>
        <p:spPr>
          <a:xfrm>
            <a:off x="204891" y="1265144"/>
            <a:ext cx="1653031" cy="236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>
                <a:solidFill>
                  <a:schemeClr val="tx1"/>
                </a:solidFill>
              </a:rPr>
              <a:t>John Searle</a:t>
            </a:r>
            <a:endParaRPr lang="es-BO" sz="1200" dirty="0">
              <a:solidFill>
                <a:schemeClr val="tx1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CD4DDFB-BB8C-4DB9-9912-892E012F04E0}"/>
              </a:ext>
            </a:extLst>
          </p:cNvPr>
          <p:cNvSpPr/>
          <p:nvPr/>
        </p:nvSpPr>
        <p:spPr>
          <a:xfrm>
            <a:off x="2479454" y="724987"/>
            <a:ext cx="1036320" cy="4245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Definiciones según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CA975F6-464E-479A-BCE3-8629CF88B4D4}"/>
              </a:ext>
            </a:extLst>
          </p:cNvPr>
          <p:cNvSpPr/>
          <p:nvPr/>
        </p:nvSpPr>
        <p:spPr>
          <a:xfrm>
            <a:off x="204891" y="1839190"/>
            <a:ext cx="1424940" cy="1966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>
                <a:solidFill>
                  <a:schemeClr val="tx1"/>
                </a:solidFill>
              </a:rPr>
              <a:t>Poéticas</a:t>
            </a:r>
            <a:endParaRPr lang="es-BO" sz="1200" dirty="0">
              <a:solidFill>
                <a:schemeClr val="tx1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7DD68FF-B93E-4535-B1E0-886C5FB28A05}"/>
              </a:ext>
            </a:extLst>
          </p:cNvPr>
          <p:cNvSpPr/>
          <p:nvPr/>
        </p:nvSpPr>
        <p:spPr>
          <a:xfrm>
            <a:off x="204891" y="2423491"/>
            <a:ext cx="1404801" cy="2090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Apelativa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D68CED2-78E0-4C29-9E5F-CF441160B7D9}"/>
              </a:ext>
            </a:extLst>
          </p:cNvPr>
          <p:cNvSpPr/>
          <p:nvPr/>
        </p:nvSpPr>
        <p:spPr>
          <a:xfrm>
            <a:off x="204891" y="2130337"/>
            <a:ext cx="1424940" cy="198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>
                <a:solidFill>
                  <a:schemeClr val="tx1"/>
                </a:solidFill>
              </a:rPr>
              <a:t>Expresiva</a:t>
            </a:r>
            <a:endParaRPr lang="es-BO" sz="1200" dirty="0">
              <a:solidFill>
                <a:schemeClr val="tx1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6AA2A68-00FB-4224-BD5C-E98E613D53FB}"/>
              </a:ext>
            </a:extLst>
          </p:cNvPr>
          <p:cNvSpPr/>
          <p:nvPr/>
        </p:nvSpPr>
        <p:spPr>
          <a:xfrm>
            <a:off x="204891" y="2761250"/>
            <a:ext cx="1424940" cy="236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>
                <a:solidFill>
                  <a:schemeClr val="tx1"/>
                </a:solidFill>
              </a:rPr>
              <a:t>Informativa</a:t>
            </a:r>
            <a:endParaRPr lang="es-BO" sz="1200" dirty="0">
              <a:solidFill>
                <a:schemeClr val="tx1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701E7BD-1937-4055-BB74-E0AB13E69698}"/>
              </a:ext>
            </a:extLst>
          </p:cNvPr>
          <p:cNvSpPr/>
          <p:nvPr/>
        </p:nvSpPr>
        <p:spPr>
          <a:xfrm>
            <a:off x="204891" y="3131474"/>
            <a:ext cx="1424940" cy="23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Metalingüística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309B1BC-411F-4FFD-A0C9-FFEFD412E5B2}"/>
              </a:ext>
            </a:extLst>
          </p:cNvPr>
          <p:cNvSpPr/>
          <p:nvPr/>
        </p:nvSpPr>
        <p:spPr>
          <a:xfrm>
            <a:off x="204891" y="3496666"/>
            <a:ext cx="1424940" cy="2127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Fática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33C4CB8-B12F-4F04-B79D-17B567CC3D42}"/>
              </a:ext>
            </a:extLst>
          </p:cNvPr>
          <p:cNvSpPr/>
          <p:nvPr/>
        </p:nvSpPr>
        <p:spPr>
          <a:xfrm>
            <a:off x="2479454" y="4780716"/>
            <a:ext cx="1036320" cy="2863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Clasificación 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720B652-DFF7-4FE3-BB09-007946EC952D}"/>
              </a:ext>
            </a:extLst>
          </p:cNvPr>
          <p:cNvSpPr/>
          <p:nvPr/>
        </p:nvSpPr>
        <p:spPr>
          <a:xfrm>
            <a:off x="186655" y="4521089"/>
            <a:ext cx="1347374" cy="2127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>
                <a:solidFill>
                  <a:schemeClr val="tx1"/>
                </a:solidFill>
              </a:rPr>
              <a:t>Lenguaje Oral</a:t>
            </a:r>
            <a:endParaRPr lang="es-BO" sz="1200" dirty="0">
              <a:solidFill>
                <a:schemeClr val="tx1"/>
              </a:solidFill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61B83A4-7BC9-465B-A677-86EF99F3B00C}"/>
              </a:ext>
            </a:extLst>
          </p:cNvPr>
          <p:cNvSpPr/>
          <p:nvPr/>
        </p:nvSpPr>
        <p:spPr>
          <a:xfrm>
            <a:off x="186081" y="4885989"/>
            <a:ext cx="1347374" cy="2101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Lenguaje Escrito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F506220-19D7-4E3C-A39F-C5F1C634B1C6}"/>
              </a:ext>
            </a:extLst>
          </p:cNvPr>
          <p:cNvSpPr/>
          <p:nvPr/>
        </p:nvSpPr>
        <p:spPr>
          <a:xfrm>
            <a:off x="176962" y="5233028"/>
            <a:ext cx="1365611" cy="2445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>
                <a:solidFill>
                  <a:schemeClr val="tx1"/>
                </a:solidFill>
              </a:rPr>
              <a:t>Lenguaje de signos</a:t>
            </a:r>
            <a:endParaRPr lang="es-BO" sz="1200" dirty="0">
              <a:solidFill>
                <a:schemeClr val="tx1"/>
              </a:solidFill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D73BA7C-A722-4D71-B3EE-82AC87393ED2}"/>
              </a:ext>
            </a:extLst>
          </p:cNvPr>
          <p:cNvCxnSpPr>
            <a:stCxn id="18" idx="1"/>
            <a:endCxn id="12" idx="3"/>
          </p:cNvCxnSpPr>
          <p:nvPr/>
        </p:nvCxnSpPr>
        <p:spPr>
          <a:xfrm flipH="1" flipV="1">
            <a:off x="1857923" y="421818"/>
            <a:ext cx="621531" cy="51544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D46D194-A319-4779-A889-C4997AFBAC68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1857923" y="741235"/>
            <a:ext cx="621532" cy="19602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30D7426-5BC8-41C8-BE5F-8CC2BFACCC08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1857922" y="945380"/>
            <a:ext cx="621532" cy="11013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5FF4D60-4A01-40E8-8EBE-2328302F9004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857922" y="937257"/>
            <a:ext cx="621532" cy="4459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21A10D0-0D56-41A7-B780-99AF52428533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1629831" y="1937524"/>
            <a:ext cx="845502" cy="75251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9313DDE-64EC-41A6-B4FA-CC4CF958E182}"/>
              </a:ext>
            </a:extLst>
          </p:cNvPr>
          <p:cNvCxnSpPr>
            <a:cxnSpLocks/>
            <a:endCxn id="24" idx="3"/>
          </p:cNvCxnSpPr>
          <p:nvPr/>
        </p:nvCxnSpPr>
        <p:spPr>
          <a:xfrm flipH="1" flipV="1">
            <a:off x="1629831" y="2229675"/>
            <a:ext cx="831916" cy="45531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0EE9F229-B351-4099-AA79-12CE7FEE0C66}"/>
              </a:ext>
            </a:extLst>
          </p:cNvPr>
          <p:cNvCxnSpPr>
            <a:cxnSpLocks/>
            <a:endCxn id="23" idx="3"/>
          </p:cNvCxnSpPr>
          <p:nvPr/>
        </p:nvCxnSpPr>
        <p:spPr>
          <a:xfrm flipH="1" flipV="1">
            <a:off x="1609692" y="2528031"/>
            <a:ext cx="845502" cy="15642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4C7CF5FF-1E4D-4A90-ACE0-A4E80BC31A4B}"/>
              </a:ext>
            </a:extLst>
          </p:cNvPr>
          <p:cNvCxnSpPr>
            <a:cxnSpLocks/>
            <a:stCxn id="11" idx="1"/>
            <a:endCxn id="25" idx="3"/>
          </p:cNvCxnSpPr>
          <p:nvPr/>
        </p:nvCxnSpPr>
        <p:spPr>
          <a:xfrm flipH="1">
            <a:off x="1629831" y="2696725"/>
            <a:ext cx="849623" cy="18263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73751B9-CB90-4991-BAE7-62F4D3E19B85}"/>
              </a:ext>
            </a:extLst>
          </p:cNvPr>
          <p:cNvCxnSpPr>
            <a:cxnSpLocks/>
            <a:stCxn id="11" idx="1"/>
            <a:endCxn id="26" idx="3"/>
          </p:cNvCxnSpPr>
          <p:nvPr/>
        </p:nvCxnSpPr>
        <p:spPr>
          <a:xfrm flipH="1">
            <a:off x="1629831" y="2696725"/>
            <a:ext cx="849623" cy="55286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30ABEE6-F40A-44CD-AA2F-3124CB46EC61}"/>
              </a:ext>
            </a:extLst>
          </p:cNvPr>
          <p:cNvCxnSpPr>
            <a:cxnSpLocks/>
            <a:stCxn id="11" idx="1"/>
            <a:endCxn id="27" idx="3"/>
          </p:cNvCxnSpPr>
          <p:nvPr/>
        </p:nvCxnSpPr>
        <p:spPr>
          <a:xfrm flipH="1">
            <a:off x="1629831" y="2696725"/>
            <a:ext cx="849623" cy="90631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AF3DD729-9ACA-46AC-ACF8-6900D11C5365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1534029" y="4627460"/>
            <a:ext cx="941304" cy="31489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57E8732E-2660-4B56-827A-B756B728D790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1533456" y="4923876"/>
            <a:ext cx="945998" cy="6720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2A2811AD-C1B4-43A4-A707-20D88E403B5E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1533456" y="4923876"/>
            <a:ext cx="945998" cy="41944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A9FBECE8-6A49-4E05-818B-2CAB40599B22}"/>
              </a:ext>
            </a:extLst>
          </p:cNvPr>
          <p:cNvCxnSpPr>
            <a:cxnSpLocks/>
            <a:stCxn id="7" idx="1"/>
            <a:endCxn id="18" idx="3"/>
          </p:cNvCxnSpPr>
          <p:nvPr/>
        </p:nvCxnSpPr>
        <p:spPr>
          <a:xfrm flipH="1" flipV="1">
            <a:off x="3515774" y="937258"/>
            <a:ext cx="865184" cy="27176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616760B9-FB2C-42D8-B982-4A43C55DB59A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>
          <a:xfrm flipH="1" flipV="1">
            <a:off x="3515774" y="2696725"/>
            <a:ext cx="865184" cy="9581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24E2A8E5-46A0-4D00-8241-216A62C609D1}"/>
              </a:ext>
            </a:extLst>
          </p:cNvPr>
          <p:cNvCxnSpPr>
            <a:cxnSpLocks/>
            <a:stCxn id="7" idx="1"/>
            <a:endCxn id="28" idx="3"/>
          </p:cNvCxnSpPr>
          <p:nvPr/>
        </p:nvCxnSpPr>
        <p:spPr>
          <a:xfrm flipH="1">
            <a:off x="3515774" y="3654880"/>
            <a:ext cx="865184" cy="126899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60B9A90F-0B44-483B-8B53-7D4D47A5097B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4883877" y="3254686"/>
            <a:ext cx="368" cy="1879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1EB39B88-D061-4999-91DC-0EC719304038}"/>
              </a:ext>
            </a:extLst>
          </p:cNvPr>
          <p:cNvSpPr/>
          <p:nvPr/>
        </p:nvSpPr>
        <p:spPr>
          <a:xfrm>
            <a:off x="6038810" y="2598960"/>
            <a:ext cx="1036320" cy="2863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Funciones 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6FF509B0-72DA-4995-B240-CA283399E63C}"/>
              </a:ext>
            </a:extLst>
          </p:cNvPr>
          <p:cNvSpPr/>
          <p:nvPr/>
        </p:nvSpPr>
        <p:spPr>
          <a:xfrm>
            <a:off x="4119599" y="1734498"/>
            <a:ext cx="1066800" cy="5376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Pensar en el futuro y crear nuevas ideas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62162A3E-CD93-49EA-A6A2-D4F5F99755CF}"/>
              </a:ext>
            </a:extLst>
          </p:cNvPr>
          <p:cNvSpPr/>
          <p:nvPr/>
        </p:nvSpPr>
        <p:spPr>
          <a:xfrm>
            <a:off x="4393150" y="823713"/>
            <a:ext cx="1066800" cy="5376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Ayudarnos a resolver problemas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0EDE21BC-BF66-4C06-817E-C1173A414406}"/>
              </a:ext>
            </a:extLst>
          </p:cNvPr>
          <p:cNvSpPr/>
          <p:nvPr/>
        </p:nvSpPr>
        <p:spPr>
          <a:xfrm>
            <a:off x="5505410" y="118710"/>
            <a:ext cx="1066800" cy="7050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Experimentar con diferentes posibilidades y escenarios</a:t>
            </a: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DEEF0462-CCF9-46A4-802C-AECEAAECD762}"/>
              </a:ext>
            </a:extLst>
          </p:cNvPr>
          <p:cNvSpPr/>
          <p:nvPr/>
        </p:nvSpPr>
        <p:spPr>
          <a:xfrm>
            <a:off x="6379894" y="945380"/>
            <a:ext cx="1066800" cy="5376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Comprender el mundo que nos rodea.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FE1C62A4-A4EC-4CD1-8039-9C0D3A59538A}"/>
              </a:ext>
            </a:extLst>
          </p:cNvPr>
          <p:cNvSpPr/>
          <p:nvPr/>
        </p:nvSpPr>
        <p:spPr>
          <a:xfrm>
            <a:off x="7270840" y="1591065"/>
            <a:ext cx="1175656" cy="7050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Comunicarnos con otros y disfrutar de la vida</a:t>
            </a:r>
          </a:p>
        </p:txBody>
      </p: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A31AF02D-C5F2-47F2-9B85-C23B8FB05294}"/>
              </a:ext>
            </a:extLst>
          </p:cNvPr>
          <p:cNvCxnSpPr>
            <a:cxnSpLocks/>
            <a:stCxn id="84" idx="0"/>
            <a:endCxn id="85" idx="3"/>
          </p:cNvCxnSpPr>
          <p:nvPr/>
        </p:nvCxnSpPr>
        <p:spPr>
          <a:xfrm flipH="1" flipV="1">
            <a:off x="5186399" y="2003341"/>
            <a:ext cx="1370571" cy="59561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68789D2A-3623-4686-821B-0D2CEFC9736D}"/>
              </a:ext>
            </a:extLst>
          </p:cNvPr>
          <p:cNvCxnSpPr>
            <a:cxnSpLocks/>
            <a:stCxn id="84" idx="0"/>
            <a:endCxn id="86" idx="3"/>
          </p:cNvCxnSpPr>
          <p:nvPr/>
        </p:nvCxnSpPr>
        <p:spPr>
          <a:xfrm flipH="1" flipV="1">
            <a:off x="5459950" y="1092556"/>
            <a:ext cx="1097020" cy="150640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255DBF2D-FB00-451C-8453-9AEE0465F4A2}"/>
              </a:ext>
            </a:extLst>
          </p:cNvPr>
          <p:cNvCxnSpPr>
            <a:cxnSpLocks/>
            <a:endCxn id="87" idx="2"/>
          </p:cNvCxnSpPr>
          <p:nvPr/>
        </p:nvCxnSpPr>
        <p:spPr>
          <a:xfrm flipH="1" flipV="1">
            <a:off x="6038810" y="823713"/>
            <a:ext cx="528504" cy="179374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49149EC6-5EBD-4C9B-845B-A242037FFCB3}"/>
              </a:ext>
            </a:extLst>
          </p:cNvPr>
          <p:cNvCxnSpPr>
            <a:cxnSpLocks/>
            <a:stCxn id="84" idx="0"/>
            <a:endCxn id="88" idx="2"/>
          </p:cNvCxnSpPr>
          <p:nvPr/>
        </p:nvCxnSpPr>
        <p:spPr>
          <a:xfrm flipV="1">
            <a:off x="6556970" y="1483066"/>
            <a:ext cx="356324" cy="111589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31A157CF-E372-4D69-8231-7914A1B61CDA}"/>
              </a:ext>
            </a:extLst>
          </p:cNvPr>
          <p:cNvCxnSpPr>
            <a:cxnSpLocks/>
            <a:stCxn id="84" idx="0"/>
            <a:endCxn id="89" idx="1"/>
          </p:cNvCxnSpPr>
          <p:nvPr/>
        </p:nvCxnSpPr>
        <p:spPr>
          <a:xfrm flipV="1">
            <a:off x="6556970" y="1943567"/>
            <a:ext cx="713870" cy="65539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22455444-5075-4F09-8987-6B3FFCACE61A}"/>
              </a:ext>
            </a:extLst>
          </p:cNvPr>
          <p:cNvCxnSpPr>
            <a:cxnSpLocks/>
            <a:stCxn id="6" idx="0"/>
            <a:endCxn id="84" idx="2"/>
          </p:cNvCxnSpPr>
          <p:nvPr/>
        </p:nvCxnSpPr>
        <p:spPr>
          <a:xfrm flipH="1" flipV="1">
            <a:off x="6556970" y="2885280"/>
            <a:ext cx="10344" cy="27014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79D2454B-C87E-4697-A0A3-60D4B57BE498}"/>
              </a:ext>
            </a:extLst>
          </p:cNvPr>
          <p:cNvCxnSpPr>
            <a:cxnSpLocks/>
            <a:stCxn id="9" idx="0"/>
            <a:endCxn id="7" idx="3"/>
          </p:cNvCxnSpPr>
          <p:nvPr/>
        </p:nvCxnSpPr>
        <p:spPr>
          <a:xfrm flipH="1" flipV="1">
            <a:off x="5447758" y="3654880"/>
            <a:ext cx="1126672" cy="1264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A0409FC5-B058-43F8-AA76-617C4F9DE79A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H="1" flipV="1">
            <a:off x="6567314" y="3579966"/>
            <a:ext cx="7116" cy="20136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D44E14BD-2985-409A-9F67-495633660F54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flipV="1">
            <a:off x="6574430" y="3676720"/>
            <a:ext cx="1284238" cy="1046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65047446-49A1-4F5C-8508-892ECF2A9F38}"/>
              </a:ext>
            </a:extLst>
          </p:cNvPr>
          <p:cNvSpPr/>
          <p:nvPr/>
        </p:nvSpPr>
        <p:spPr>
          <a:xfrm>
            <a:off x="9034324" y="1049621"/>
            <a:ext cx="1036320" cy="2863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Funciones </a:t>
            </a:r>
          </a:p>
        </p:txBody>
      </p:sp>
      <p:sp>
        <p:nvSpPr>
          <p:cNvPr id="131" name="Rectángulo 130">
            <a:extLst>
              <a:ext uri="{FF2B5EF4-FFF2-40B4-BE49-F238E27FC236}">
                <a16:creationId xmlns:a16="http://schemas.microsoft.com/office/drawing/2014/main" id="{D08E6DEF-2104-48F3-AE72-CAC2C290B599}"/>
              </a:ext>
            </a:extLst>
          </p:cNvPr>
          <p:cNvSpPr/>
          <p:nvPr/>
        </p:nvSpPr>
        <p:spPr>
          <a:xfrm>
            <a:off x="10430419" y="301404"/>
            <a:ext cx="1653031" cy="246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La percepción</a:t>
            </a:r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8C11DED4-805D-44C2-A848-3C230FD02237}"/>
              </a:ext>
            </a:extLst>
          </p:cNvPr>
          <p:cNvSpPr/>
          <p:nvPr/>
        </p:nvSpPr>
        <p:spPr>
          <a:xfrm>
            <a:off x="10430419" y="638712"/>
            <a:ext cx="1653031" cy="246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La memoria</a:t>
            </a:r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4C2A75EE-BCA5-424A-86F3-8B0821C8DF8E}"/>
              </a:ext>
            </a:extLst>
          </p:cNvPr>
          <p:cNvSpPr/>
          <p:nvPr/>
        </p:nvSpPr>
        <p:spPr>
          <a:xfrm>
            <a:off x="10430419" y="977812"/>
            <a:ext cx="1653031" cy="5052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El razonamiento resolución de problemas</a:t>
            </a:r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E8CF00F7-6D79-4E3C-B51E-A7A1D79C6186}"/>
              </a:ext>
            </a:extLst>
          </p:cNvPr>
          <p:cNvSpPr/>
          <p:nvPr/>
        </p:nvSpPr>
        <p:spPr>
          <a:xfrm>
            <a:off x="10430419" y="1691506"/>
            <a:ext cx="1653031" cy="246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La creatividad </a:t>
            </a:r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6FC050FD-1075-4D40-A9DE-791285235E1E}"/>
              </a:ext>
            </a:extLst>
          </p:cNvPr>
          <p:cNvSpPr/>
          <p:nvPr/>
        </p:nvSpPr>
        <p:spPr>
          <a:xfrm>
            <a:off x="10917830" y="2761250"/>
            <a:ext cx="1165620" cy="306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Creativo</a:t>
            </a:r>
          </a:p>
        </p:txBody>
      </p:sp>
      <p:sp>
        <p:nvSpPr>
          <p:cNvPr id="136" name="Rectángulo: esquinas redondeadas 135">
            <a:extLst>
              <a:ext uri="{FF2B5EF4-FFF2-40B4-BE49-F238E27FC236}">
                <a16:creationId xmlns:a16="http://schemas.microsoft.com/office/drawing/2014/main" id="{AE6EA60F-9BD4-45EC-9307-39A7B8C29E6C}"/>
              </a:ext>
            </a:extLst>
          </p:cNvPr>
          <p:cNvSpPr/>
          <p:nvPr/>
        </p:nvSpPr>
        <p:spPr>
          <a:xfrm>
            <a:off x="9422871" y="3115251"/>
            <a:ext cx="1036320" cy="3375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Tipos de pensamiento </a:t>
            </a:r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7504EE4B-24FC-43B3-BB7F-8066FC7EC987}"/>
              </a:ext>
            </a:extLst>
          </p:cNvPr>
          <p:cNvSpPr/>
          <p:nvPr/>
        </p:nvSpPr>
        <p:spPr>
          <a:xfrm>
            <a:off x="10907486" y="2404708"/>
            <a:ext cx="1175964" cy="2919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 Lógico</a:t>
            </a:r>
          </a:p>
        </p:txBody>
      </p: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310AAC72-4725-4D5D-9C99-CC2F647A88F1}"/>
              </a:ext>
            </a:extLst>
          </p:cNvPr>
          <p:cNvSpPr/>
          <p:nvPr/>
        </p:nvSpPr>
        <p:spPr>
          <a:xfrm>
            <a:off x="10917830" y="3131474"/>
            <a:ext cx="1165620" cy="2903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Critico</a:t>
            </a:r>
          </a:p>
        </p:txBody>
      </p: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7C0C4F95-62A0-4200-97D4-C9FFB920231D}"/>
              </a:ext>
            </a:extLst>
          </p:cNvPr>
          <p:cNvSpPr/>
          <p:nvPr/>
        </p:nvSpPr>
        <p:spPr>
          <a:xfrm>
            <a:off x="10917829" y="3474452"/>
            <a:ext cx="1165620" cy="306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Divergente </a:t>
            </a:r>
          </a:p>
        </p:txBody>
      </p:sp>
      <p:sp>
        <p:nvSpPr>
          <p:cNvPr id="140" name="Rectángulo 139">
            <a:extLst>
              <a:ext uri="{FF2B5EF4-FFF2-40B4-BE49-F238E27FC236}">
                <a16:creationId xmlns:a16="http://schemas.microsoft.com/office/drawing/2014/main" id="{A1B23213-2AF1-4865-9805-0FB089B92F23}"/>
              </a:ext>
            </a:extLst>
          </p:cNvPr>
          <p:cNvSpPr/>
          <p:nvPr/>
        </p:nvSpPr>
        <p:spPr>
          <a:xfrm>
            <a:off x="10907485" y="3820851"/>
            <a:ext cx="1175964" cy="2919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Convergente </a:t>
            </a:r>
          </a:p>
        </p:txBody>
      </p: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EA07416F-327B-4A8C-AA9A-B9AA1094766C}"/>
              </a:ext>
            </a:extLst>
          </p:cNvPr>
          <p:cNvCxnSpPr>
            <a:cxnSpLocks/>
            <a:stCxn id="8" idx="0"/>
            <a:endCxn id="128" idx="1"/>
          </p:cNvCxnSpPr>
          <p:nvPr/>
        </p:nvCxnSpPr>
        <p:spPr>
          <a:xfrm flipV="1">
            <a:off x="8446496" y="1192781"/>
            <a:ext cx="587828" cy="229078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144">
            <a:extLst>
              <a:ext uri="{FF2B5EF4-FFF2-40B4-BE49-F238E27FC236}">
                <a16:creationId xmlns:a16="http://schemas.microsoft.com/office/drawing/2014/main" id="{DEFE573D-D676-4CE8-B4EE-A4D3FBB19665}"/>
              </a:ext>
            </a:extLst>
          </p:cNvPr>
          <p:cNvCxnSpPr>
            <a:cxnSpLocks/>
            <a:stCxn id="8" idx="0"/>
            <a:endCxn id="136" idx="1"/>
          </p:cNvCxnSpPr>
          <p:nvPr/>
        </p:nvCxnSpPr>
        <p:spPr>
          <a:xfrm flipV="1">
            <a:off x="8446496" y="3284044"/>
            <a:ext cx="976375" cy="19952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08C0FF57-FA8B-4308-BD03-EAF8E712AAED}"/>
              </a:ext>
            </a:extLst>
          </p:cNvPr>
          <p:cNvCxnSpPr>
            <a:cxnSpLocks/>
            <a:stCxn id="128" idx="3"/>
            <a:endCxn id="131" idx="1"/>
          </p:cNvCxnSpPr>
          <p:nvPr/>
        </p:nvCxnSpPr>
        <p:spPr>
          <a:xfrm flipV="1">
            <a:off x="10070644" y="424413"/>
            <a:ext cx="359775" cy="76836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>
            <a:extLst>
              <a:ext uri="{FF2B5EF4-FFF2-40B4-BE49-F238E27FC236}">
                <a16:creationId xmlns:a16="http://schemas.microsoft.com/office/drawing/2014/main" id="{E2526EA3-7CD8-422F-8B8E-EC1B8F7FBE85}"/>
              </a:ext>
            </a:extLst>
          </p:cNvPr>
          <p:cNvCxnSpPr>
            <a:cxnSpLocks/>
            <a:stCxn id="128" idx="3"/>
            <a:endCxn id="132" idx="1"/>
          </p:cNvCxnSpPr>
          <p:nvPr/>
        </p:nvCxnSpPr>
        <p:spPr>
          <a:xfrm flipV="1">
            <a:off x="10070644" y="761721"/>
            <a:ext cx="359775" cy="43106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153">
            <a:extLst>
              <a:ext uri="{FF2B5EF4-FFF2-40B4-BE49-F238E27FC236}">
                <a16:creationId xmlns:a16="http://schemas.microsoft.com/office/drawing/2014/main" id="{9FF45AA3-CF49-459A-9C60-B06E1347C932}"/>
              </a:ext>
            </a:extLst>
          </p:cNvPr>
          <p:cNvCxnSpPr>
            <a:cxnSpLocks/>
            <a:stCxn id="128" idx="3"/>
            <a:endCxn id="133" idx="1"/>
          </p:cNvCxnSpPr>
          <p:nvPr/>
        </p:nvCxnSpPr>
        <p:spPr>
          <a:xfrm>
            <a:off x="10070644" y="1192781"/>
            <a:ext cx="359775" cy="3765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165CEAAF-4F09-4C25-9AD3-2F4B25D929D9}"/>
              </a:ext>
            </a:extLst>
          </p:cNvPr>
          <p:cNvCxnSpPr>
            <a:cxnSpLocks/>
            <a:stCxn id="128" idx="3"/>
            <a:endCxn id="134" idx="1"/>
          </p:cNvCxnSpPr>
          <p:nvPr/>
        </p:nvCxnSpPr>
        <p:spPr>
          <a:xfrm>
            <a:off x="10070644" y="1192781"/>
            <a:ext cx="359775" cy="62173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B69B161A-7ACF-436A-831B-E2E0293453BE}"/>
              </a:ext>
            </a:extLst>
          </p:cNvPr>
          <p:cNvCxnSpPr>
            <a:cxnSpLocks/>
            <a:stCxn id="136" idx="3"/>
            <a:endCxn id="137" idx="1"/>
          </p:cNvCxnSpPr>
          <p:nvPr/>
        </p:nvCxnSpPr>
        <p:spPr>
          <a:xfrm flipV="1">
            <a:off x="10459191" y="2550674"/>
            <a:ext cx="448295" cy="73337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CC52DB84-B276-415F-9320-ACEB87BD98C5}"/>
              </a:ext>
            </a:extLst>
          </p:cNvPr>
          <p:cNvCxnSpPr>
            <a:cxnSpLocks/>
            <a:stCxn id="136" idx="3"/>
            <a:endCxn id="135" idx="1"/>
          </p:cNvCxnSpPr>
          <p:nvPr/>
        </p:nvCxnSpPr>
        <p:spPr>
          <a:xfrm flipV="1">
            <a:off x="10459191" y="2914691"/>
            <a:ext cx="458639" cy="36935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165">
            <a:extLst>
              <a:ext uri="{FF2B5EF4-FFF2-40B4-BE49-F238E27FC236}">
                <a16:creationId xmlns:a16="http://schemas.microsoft.com/office/drawing/2014/main" id="{D0924578-8AE8-4F20-9974-E2FEDA290119}"/>
              </a:ext>
            </a:extLst>
          </p:cNvPr>
          <p:cNvCxnSpPr>
            <a:cxnSpLocks/>
            <a:stCxn id="136" idx="3"/>
            <a:endCxn id="138" idx="1"/>
          </p:cNvCxnSpPr>
          <p:nvPr/>
        </p:nvCxnSpPr>
        <p:spPr>
          <a:xfrm flipV="1">
            <a:off x="10459191" y="3276647"/>
            <a:ext cx="458639" cy="73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63D70DAA-579B-4C90-A223-778766DCE086}"/>
              </a:ext>
            </a:extLst>
          </p:cNvPr>
          <p:cNvCxnSpPr>
            <a:cxnSpLocks/>
            <a:stCxn id="136" idx="3"/>
            <a:endCxn id="139" idx="1"/>
          </p:cNvCxnSpPr>
          <p:nvPr/>
        </p:nvCxnSpPr>
        <p:spPr>
          <a:xfrm>
            <a:off x="10459191" y="3284044"/>
            <a:ext cx="458638" cy="34384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EF6C7904-2987-4038-A0BA-7300FFBDB008}"/>
              </a:ext>
            </a:extLst>
          </p:cNvPr>
          <p:cNvCxnSpPr>
            <a:cxnSpLocks/>
            <a:stCxn id="136" idx="3"/>
            <a:endCxn id="140" idx="1"/>
          </p:cNvCxnSpPr>
          <p:nvPr/>
        </p:nvCxnSpPr>
        <p:spPr>
          <a:xfrm>
            <a:off x="10459191" y="3284044"/>
            <a:ext cx="448294" cy="68277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9C7C377F-5E02-4FDB-804C-BE0461876356}"/>
              </a:ext>
            </a:extLst>
          </p:cNvPr>
          <p:cNvCxnSpPr>
            <a:cxnSpLocks/>
          </p:cNvCxnSpPr>
          <p:nvPr/>
        </p:nvCxnSpPr>
        <p:spPr>
          <a:xfrm>
            <a:off x="4702363" y="3885946"/>
            <a:ext cx="1710942" cy="1457371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3A28E781-18AB-4436-8853-F4ED1032E9D1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603867" y="3869874"/>
            <a:ext cx="1842629" cy="1485453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ángulo: esquinas redondeadas 197">
            <a:extLst>
              <a:ext uri="{FF2B5EF4-FFF2-40B4-BE49-F238E27FC236}">
                <a16:creationId xmlns:a16="http://schemas.microsoft.com/office/drawing/2014/main" id="{1E14017C-33F3-4DF9-A8CF-D6E2E301B12C}"/>
              </a:ext>
            </a:extLst>
          </p:cNvPr>
          <p:cNvSpPr/>
          <p:nvPr/>
        </p:nvSpPr>
        <p:spPr>
          <a:xfrm>
            <a:off x="5935210" y="5343317"/>
            <a:ext cx="1149990" cy="3829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Se relacionan entre si</a:t>
            </a:r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5FA4634D-EC73-47FD-89A6-4E622E2F9ACA}"/>
              </a:ext>
            </a:extLst>
          </p:cNvPr>
          <p:cNvSpPr/>
          <p:nvPr/>
        </p:nvSpPr>
        <p:spPr>
          <a:xfrm>
            <a:off x="5720785" y="5925587"/>
            <a:ext cx="1578840" cy="3829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100" dirty="0">
                <a:solidFill>
                  <a:schemeClr val="tx1"/>
                </a:solidFill>
              </a:rPr>
              <a:t>El lenguaje es la herramienta que se usa </a:t>
            </a:r>
          </a:p>
        </p:txBody>
      </p: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47714106-1F5D-4E46-A8DE-D1CE1C3CFEF9}"/>
              </a:ext>
            </a:extLst>
          </p:cNvPr>
          <p:cNvCxnSpPr>
            <a:cxnSpLocks/>
            <a:stCxn id="209" idx="0"/>
            <a:endCxn id="199" idx="2"/>
          </p:cNvCxnSpPr>
          <p:nvPr/>
        </p:nvCxnSpPr>
        <p:spPr>
          <a:xfrm flipV="1">
            <a:off x="5526185" y="6308552"/>
            <a:ext cx="984020" cy="36350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C3F8107E-D066-4487-8F82-5924EDAFD415}"/>
              </a:ext>
            </a:extLst>
          </p:cNvPr>
          <p:cNvCxnSpPr>
            <a:cxnSpLocks/>
            <a:stCxn id="198" idx="2"/>
            <a:endCxn id="199" idx="0"/>
          </p:cNvCxnSpPr>
          <p:nvPr/>
        </p:nvCxnSpPr>
        <p:spPr>
          <a:xfrm>
            <a:off x="6510205" y="5726282"/>
            <a:ext cx="0" cy="19930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28533475-3BDF-4B30-A4BB-5896162E0F54}"/>
              </a:ext>
            </a:extLst>
          </p:cNvPr>
          <p:cNvSpPr/>
          <p:nvPr/>
        </p:nvSpPr>
        <p:spPr>
          <a:xfrm>
            <a:off x="4868313" y="6672059"/>
            <a:ext cx="1315743" cy="6757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Organizar y estructurar el pensamientos </a:t>
            </a:r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943242CD-FBD8-4041-A08E-E4EE9957232A}"/>
              </a:ext>
            </a:extLst>
          </p:cNvPr>
          <p:cNvSpPr/>
          <p:nvPr/>
        </p:nvSpPr>
        <p:spPr>
          <a:xfrm>
            <a:off x="6542925" y="6682151"/>
            <a:ext cx="1315743" cy="6656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200" dirty="0">
                <a:solidFill>
                  <a:schemeClr val="tx1"/>
                </a:solidFill>
              </a:rPr>
              <a:t>Comunicar nuestros pensamientos </a:t>
            </a:r>
          </a:p>
        </p:txBody>
      </p:sp>
      <p:cxnSp>
        <p:nvCxnSpPr>
          <p:cNvPr id="213" name="Conector recto 212">
            <a:extLst>
              <a:ext uri="{FF2B5EF4-FFF2-40B4-BE49-F238E27FC236}">
                <a16:creationId xmlns:a16="http://schemas.microsoft.com/office/drawing/2014/main" id="{9C65F8A7-1513-4BC4-BE74-4216CDAC9BA5}"/>
              </a:ext>
            </a:extLst>
          </p:cNvPr>
          <p:cNvCxnSpPr>
            <a:cxnSpLocks/>
            <a:stCxn id="210" idx="0"/>
            <a:endCxn id="199" idx="2"/>
          </p:cNvCxnSpPr>
          <p:nvPr/>
        </p:nvCxnSpPr>
        <p:spPr>
          <a:xfrm flipH="1" flipV="1">
            <a:off x="6510205" y="6308552"/>
            <a:ext cx="690592" cy="37359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0728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114</Words>
  <Application>Microsoft Office PowerPoint</Application>
  <PresentationFormat>Personalizado</PresentationFormat>
  <Paragraphs>43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rositarmv89@gmail.com</dc:creator>
  <cp:lastModifiedBy>rositarmv89@gmail.com</cp:lastModifiedBy>
  <cp:revision>15</cp:revision>
  <dcterms:created xsi:type="dcterms:W3CDTF">2023-08-26T02:11:17Z</dcterms:created>
  <dcterms:modified xsi:type="dcterms:W3CDTF">2023-08-26T04:12:45Z</dcterms:modified>
</cp:coreProperties>
</file>