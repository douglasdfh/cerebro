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3B1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NutriCiclo SCZ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Multinutricionales Circulares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Proteína BSF para Ganado Vacuno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 Etapas del Emprendimiento Circular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9</a:t>
            </a:r>
            <a:pPr indent="0" marL="0">
              <a:buNone/>
            </a:pPr>
            <a:r>
              <a:rPr lang="en-US" sz="14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12</a:t>
            </a:r>
            <a:pPr indent="0" marL="0">
              <a:buNone/>
            </a:pPr>
            <a:r>
              <a:rPr lang="en-US" sz="14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Privada Domingo Savio (UPDS)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Cruz de la Sierra · Marzo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Cruz: Potencia Ganadera de Bolivia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cabezas bovino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nacional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674K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faenadas/año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nacional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$403M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USD/año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ganadero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20Mton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CO₂-eq/año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emisiones GEI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residuos matadero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aprovechan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8E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hato en Chiquitanía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afectado por sequía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En sequía los ganaderos pierden ganado. Los mataderos tiran sangre y rumen. Los ingenios venden bagazo suelto sin procesar. NADIE integra estos residuos en un producto nutricional terminado.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 Lluvia de ideas circulares para ganadería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365760" cy="320040"/>
          </a:xfrm>
          <a:prstGeom prst="rect">
            <a:avLst/>
          </a:prstGeom>
          <a:solidFill>
            <a:srgbClr val="E860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822960"/>
            <a:ext cx="3840480" cy="320040"/>
          </a:xfrm>
          <a:prstGeom prst="rect">
            <a:avLst/>
          </a:prstGeom>
          <a:solidFill>
            <a:srgbClr val="E860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822960"/>
            <a:ext cx="2011680" cy="320040"/>
          </a:xfrm>
          <a:prstGeom prst="rect">
            <a:avLst/>
          </a:prstGeom>
          <a:solidFill>
            <a:srgbClr val="E860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MP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20840" y="822960"/>
            <a:ext cx="2057400" cy="320040"/>
          </a:xfrm>
          <a:prstGeom prst="rect">
            <a:avLst/>
          </a:prstGeom>
          <a:solidFill>
            <a:srgbClr val="E860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Harina de sangre y hueso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11887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$15-30K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64592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645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Biogás de estiércol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1645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$20-50K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8412480" cy="41148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103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103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Compost de rumen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$8-15K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841248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560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BMN + BSF (NutriCiclo)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25603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$20-35K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017520"/>
            <a:ext cx="8412480" cy="41148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017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Grasa → jabón + biodiesel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$10-25K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474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Cuero circular → accesorios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Curtiembres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34747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$5-12K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931920"/>
            <a:ext cx="8412480" cy="41148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931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food de residuos cárnicos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3931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$12-25K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389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4389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trazabilidad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20840" y="4389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$5-15K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ideas generadas considerando: tipo de residuo, sector, tecnología, inversión, impacto y mercado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Ideas: 3 filtros aplicados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6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E860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68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Global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ALTA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8686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replicable en cualquier país ganadero. Mercado BSF $770M, crece 32%/año.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9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SCZ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ALTO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1488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sequía (4.4M cabezas), contaminación mataderos, dependencia soya importada.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290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0097A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Innovando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ALTA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34290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BSF en Bolivia, único BMN con insecto en Sudamérica, socioformación Tobón.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4 (NutriCiclo) es la ÚNICA con "MUY ALTA" en los 3 filtros simultáneamente → SELECCIONADA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Innovación: Impacto vs Factibilidad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914400"/>
            <a:ext cx="0" cy="34747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389120"/>
            <a:ext cx="6858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6200000">
            <a:off x="1828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005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Factibilidad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005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Factibilidad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8F5E9">
              <a:alpha val="50000"/>
            </a:srgbClr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0" y="164592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1645920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37744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92140" y="84582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5692140" y="845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3017520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3017520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377440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37744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NutriCiclo (4) = Puntuación más alta: Impacto 5 + Factibilidad 4 = 9/10 → Zona de ejecución inmediata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 Empatizar → Definir → Idear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1828800" cy="320040"/>
          </a:xfrm>
          <a:prstGeom prst="rect">
            <a:avLst/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EMPATIZAR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ganadero de la Chiquitanía en sequía pierde peso en su ganado, la leche cae, la fertilidad disminuye. El suplemento comercial es caro (Bs 5-8/kg) y difícil de transportar a estancias sin camino.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828800" cy="320040"/>
          </a:xfrm>
          <a:prstGeom prst="rect">
            <a:avLst/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"Necesita un suplemento: económico, compacto, transportable a caballo, completo (proteína+energía+minerales), seguro (sin intoxicación), disponible en sequía."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828800" cy="320040"/>
          </a:xfrm>
          <a:prstGeom prst="rect">
            <a:avLst/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multinutricionales sólidos (5 kg y 25 kg) fabricados con residuos industriales de SCZ, enriquecidos con proteína BSF. El ganado los lame todo el día (400-800 g/día). No requiere infraestructura especial.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3E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+420 g/día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peso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42062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3E5F5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+4-5 L/día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14600" y="4617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leche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42062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3E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4617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Digestibilidad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42062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3E5F5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Ác. láurico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4617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Antimicrobiano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 Prototipar → Fórmula del bloque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NutriCiclo — Bloque de 25 kg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en SCZ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8412480" cy="3200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Melaza de caña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Ingenio Guabirá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892808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Afrecho de soya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18928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1892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Proteína + almidón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Aceiteras SCZ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231136"/>
            <a:ext cx="8412480" cy="3200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2311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Harina de sangre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223113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22311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Proteína 80%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231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 FRIGOR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569464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569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Cascarilla arroz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25694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7520" y="25694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Fibra estructural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25694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Arroceras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907792"/>
            <a:ext cx="8412480" cy="3200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Urea agrícola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2907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NNP → proteína microbial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29077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local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viva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Aglutinante (dureza)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3246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Caleras locales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584448"/>
            <a:ext cx="8412480" cy="3200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Harina de hueso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017520" y="3584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30% + P 15%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35844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922776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922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 mineralizada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68880" y="39227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017520" y="39227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Minerales esenciales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39227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261104"/>
            <a:ext cx="84124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2611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Harina BSF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68880" y="4261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017520" y="4261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Proteína 42-50% + ác. láurico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42611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propia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599432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599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Azufre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68880" y="45994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017520" y="4599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Aminoácidos rumen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599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de los ingredientes son residuos industriales gratuitos o muy baratos → Margen bruto 55-65%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 Prototipar → Proceso de fabricación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MP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25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Melaza, sangre, huesos, cascarilla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Harina sangre/hueso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325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Coagular, secar, moler, calcinar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91440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Cría BSF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325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Vísceras → larvas 14d → harina 50% prot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3172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743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Balanza de precisión, fórmula exacta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240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33172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Mezclado 2 fases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2743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Húmeda + seca, luego agregar cal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240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33172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Moldeado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743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Prensa hidráulica, moldes 5/25 kg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Fraguado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desmolde, 3-5 días secado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74904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490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Termoencogible + etiqueta NutriCiclo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657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3749040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294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6364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FEGASACRUZ, agropecuarias, ferias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 Prototipar → Maquinaria necesaria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822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USD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Molino de martillos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$1,500-$3,000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99616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996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Mezcladora horizontal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499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$2,000-$4,000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10512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8105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Prensa hidráulica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810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$1,000-$2,500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21408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214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Moldes metálicos (20)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121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$500-$800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323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Deshidratador solar/horno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4323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$800-$1,500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Horno calcinación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743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$600-$1,200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54096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540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Balanzas (2)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054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$400-$700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36499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364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cría BSF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$2,000-$4,000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75888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758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Tanque melaza 2000L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$300-$500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986784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867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Empacadora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9867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$400-$800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97680"/>
            <a:ext cx="8412480" cy="29260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97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 recolección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4297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$4,000-$6,000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608576"/>
            <a:ext cx="841248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MAQUINARIA: $13,500 - $25,000 USD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Final: Cualitativa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22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22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822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gratis/barata. Margen 55-65%. Costo Bs 40-60/bloque, venta Bs 100-150.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087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15087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cerrado. Reduce contaminación hídrica mataderos + emisiones metano.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945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194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BMN con BSF en Bolivia/Sudamérica. Triple innovación: tecno+producto+social.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803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8601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80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28803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BSF como innovación biotecnológica. Industrialización sostenible del sector ganadero.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661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9A825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35661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Residuos → recursos. Economía circular aplicada a la cadena cárnica y azucarera.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51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51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4251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FEGASACRUZ + Guabirá + FRIGOR + arroceras + UPDS + cooperación internacional.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Final: Cuantitativa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822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$20,000 - $35,000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81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Costo/bloque 25kg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4813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40 - 60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396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venta 25kg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396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100 - 150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980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7980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55 - 65%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564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mes (año 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34564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$2,000 - $4,000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mes (año 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4114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$4,000 - $6,000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equilibrio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822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12 - 16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48132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481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 estimada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14813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40 - 55%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139696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1396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(3 años)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1396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$25,000 - $45,000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2798064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7980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Empleos directos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27980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8 - 15 personas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345643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4564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formadas/año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4564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60 - 120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objetivo: 4.4 millones de cabezas de ganado en Santa Cruz · Pico de demanda en sequía (junio-noviembre)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Circular Completo de NutriCiclo SCZ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914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Melaza + Bagazo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8601C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914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Mataderos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Sangre + Hueso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9A82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914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Arroceras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Cascarilla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 BSF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Vísceras→Proteína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NutriCiclo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+ Moldeo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Ganaderos SCZ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4.4M cabezas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38404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Estiércol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Compost/Biogás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Fertiliza cañeros 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Residuo cero: el ciclo se cierra desde los ingenios azucareros hasta el compost que fertiliza la caña que produce la melaza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NutriCiclo SCZ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Multinutricionales Circulares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Proteína BSF para Ganado Vacuno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Rentable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gratis · Margen 55-65% · 4.4M cabezas de mercado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Sostenible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cerrado · Reduce contaminación · No depende de subsidios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Innovador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BMN+BSF en Bolivia · Triple innovación · Socioformación Tobón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Privada Domingo Savio (UPDS) · Santa Cruz de la Sierra ·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NutriCiclo SCZ - 5 Etapas</dc:title>
  <dc:subject>PptxGenJS Presentation</dc:subject>
  <dc:creator>Douglas - UPDS</dc:creator>
  <cp:lastModifiedBy>Douglas - UPDS</cp:lastModifiedBy>
  <cp:revision>1</cp:revision>
  <dcterms:created xsi:type="dcterms:W3CDTF">2026-03-17T06:00:27Z</dcterms:created>
  <dcterms:modified xsi:type="dcterms:W3CDTF">2026-03-17T06:00:27Z</dcterms:modified>
</cp:coreProperties>
</file>