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CIERRE MES</a:t>
            </a:r>
          </a:p>
          <a:p>
            <a:pPr algn="l">
              <a:defRPr sz="6000" b="1">
                <a:solidFill>
                  <a:srgbClr val="FFFFFF"/>
                </a:solidFill>
              </a:defRPr>
            </a:pPr>
            <a:r>
              <a:t>DICIEMBRE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ISABEL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OBJETIVO MES</a:t>
            </a:r>
          </a:p>
          <a:p>
            <a:pPr algn="l">
              <a:defRPr sz="3200" b="1">
                <a:solidFill>
                  <a:srgbClr val="FFFFFF"/>
                </a:solidFill>
              </a:defRPr>
            </a:pPr>
            <a:r>
              <a:t>0 $us</a:t>
            </a:r>
          </a:p>
          <a:p>
            <a:pPr algn="l">
              <a:defRPr sz="3200" b="1">
                <a:solidFill>
                  <a:srgbClr val="FFFFFF"/>
                </a:solidFill>
              </a:defRPr>
            </a:pPr>
            <a:r>
              <a:t>0 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ALCANZE AL</a:t>
            </a:r>
          </a:p>
          <a:p>
            <a:pPr algn="l">
              <a:defRPr sz="4400" b="1">
                <a:solidFill>
                  <a:srgbClr val="FFFFFF"/>
                </a:solidFill>
              </a:defRPr>
            </a:pPr>
            <a:r>
              <a:t>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0 $us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VENTAS AL: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572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TICKET</a:t>
            </a:r>
          </a:p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PROMEDIO</a:t>
            </a:r>
          </a:p>
          <a:p>
            <a:pPr algn="l">
              <a:defRPr sz="2800" b="1">
                <a:solidFill>
                  <a:srgbClr val="FFFFFF"/>
                </a:solidFill>
              </a:defRPr>
            </a:pPr>
            <a:r>
              <a:t>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2860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0 $us</a:t>
            </a:r>
          </a:p>
        </p:txBody>
      </p:sp>
      <p:pic>
        <p:nvPicPr>
          <p:cNvPr id="5" name="Picture 4" descr="grafico_d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114800" cy="37600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CATEGORIAS MAS VENDIDAS</a:t>
            </a:r>
          </a:p>
        </p:txBody>
      </p:sp>
      <p:pic>
        <p:nvPicPr>
          <p:cNvPr id="3" name="Picture 2" descr="grafico_categorias_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4664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CATEGORIAS MENOS VENDIDAS POR ALCANCE EN %</a:t>
            </a:r>
          </a:p>
        </p:txBody>
      </p:sp>
      <p:pic>
        <p:nvPicPr>
          <p:cNvPr id="3" name="Picture 2" descr="grafico_categorias_me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4664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MISTERY</a:t>
            </a:r>
          </a:p>
          <a:p>
            <a:pPr algn="l">
              <a:defRPr sz="4000" b="1">
                <a:solidFill>
                  <a:srgbClr val="FFFFFF"/>
                </a:solidFill>
              </a:defRPr>
            </a:pPr>
            <a:r>
              <a:t>SHOPPER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PUNTOS</a:t>
            </a:r>
          </a:p>
          <a:p>
            <a:pPr algn="l">
              <a:defRPr sz="3200" b="1">
                <a:solidFill>
                  <a:srgbClr val="FFFFFF"/>
                </a:solidFill>
              </a:defRPr>
            </a:pPr>
            <a:r>
              <a:t>A</a:t>
            </a:r>
          </a:p>
          <a:p>
            <a:pPr algn="l">
              <a:defRPr sz="3200" b="1">
                <a:solidFill>
                  <a:srgbClr val="FFFFFF"/>
                </a:solidFill>
              </a:defRPr>
            </a:pPr>
            <a:r>
              <a:t>MEJORAR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4572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ÍNDICE GENERAL: 0%</a:t>
            </a:r>
          </a:p>
          <a:p>
            <a:pPr algn="l">
              <a:defRPr sz="1400" b="1">
                <a:solidFill>
                  <a:srgbClr val="FFFFFF"/>
                </a:solidFill>
              </a:defRPr>
            </a:pPr>
            <a:r>
              <a:t>ATENCIÓN DEL VENDEDOR: 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