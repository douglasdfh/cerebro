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CIERRE MES</a:t>
            </a:r>
          </a:p>
          <a:p>
            <a:pPr algn="l">
              <a:defRPr sz="6000" b="1">
                <a:solidFill>
                  <a:srgbClr val="FFFFFF"/>
                </a:solidFill>
              </a:defRPr>
            </a:pPr>
            <a:r>
              <a:t>DICIEMBRE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0">
                <a:solidFill>
                  <a:srgbClr val="FFFFFF"/>
                </a:solidFill>
              </a:defRPr>
            </a:pPr>
            <a:r>
              <a:t>TIENDA CRISTOBAL DE MENDOZA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OBJETIVO MES</a:t>
            </a:r>
          </a:p>
          <a:p>
            <a:pPr algn="l">
              <a:defRPr sz="3200" b="1">
                <a:solidFill>
                  <a:srgbClr val="FFFFFF"/>
                </a:solidFill>
              </a:defRPr>
            </a:pPr>
            <a:r>
              <a:t>402,918 $us</a:t>
            </a:r>
          </a:p>
          <a:p>
            <a:pPr algn="l">
              <a:defRPr sz="3200" b="1">
                <a:solidFill>
                  <a:srgbClr val="FFFFFF"/>
                </a:solidFill>
              </a:defRPr>
            </a:pPr>
            <a:r>
              <a:t>2,804,309 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ALCANZE AL</a:t>
            </a:r>
          </a:p>
          <a:p>
            <a:pPr algn="l">
              <a:defRPr sz="44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36576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404,134 $us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VENTAS AL: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0" y="4572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TICKET</a:t>
            </a:r>
          </a:p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PROMEDIO</a:t>
            </a:r>
          </a:p>
          <a:p>
            <a:pPr algn="l">
              <a:defRPr sz="2800" b="1">
                <a:solidFill>
                  <a:srgbClr val="FFFFFF"/>
                </a:solidFill>
              </a:defRPr>
            </a:pPr>
            <a:r>
              <a:t>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228600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394 $us</a:t>
            </a:r>
          </a:p>
        </p:txBody>
      </p:sp>
      <p:pic>
        <p:nvPicPr>
          <p:cNvPr id="5" name="Picture 4" descr="grafico_do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0"/>
            <a:ext cx="4114800" cy="3760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CATEGORIAS MAS VENDIDAS</a:t>
            </a:r>
          </a:p>
        </p:txBody>
      </p:sp>
      <p:pic>
        <p:nvPicPr>
          <p:cNvPr id="3" name="Picture 2" descr="grafico_categorias_m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6645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CATEGORIAS MENOS VENDIDAS POR ALCANCE EN %</a:t>
            </a:r>
          </a:p>
        </p:txBody>
      </p:sp>
      <p:pic>
        <p:nvPicPr>
          <p:cNvPr id="3" name="Picture 2" descr="grafico_categorias_men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6645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TOP 10 SKUS MES</a:t>
            </a:r>
          </a:p>
        </p:txBody>
      </p:sp>
      <p:pic>
        <p:nvPicPr>
          <p:cNvPr id="3" name="Picture 2" descr="grafico_sk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8595360" cy="42749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MISTERY</a:t>
            </a:r>
          </a:p>
          <a:p>
            <a:pPr algn="l">
              <a:defRPr sz="4000" b="1">
                <a:solidFill>
                  <a:srgbClr val="FFFFFF"/>
                </a:solidFill>
              </a:defRPr>
            </a:pPr>
            <a:r>
              <a:t>SHOPPER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PUNTOS</a:t>
            </a:r>
          </a:p>
          <a:p>
            <a:pPr algn="l">
              <a:defRPr sz="3200" b="1">
                <a:solidFill>
                  <a:srgbClr val="FFFFFF"/>
                </a:solidFill>
              </a:defRPr>
            </a:pPr>
            <a:r>
              <a:t>A</a:t>
            </a:r>
          </a:p>
          <a:p>
            <a:pPr algn="l">
              <a:defRPr sz="3200" b="1">
                <a:solidFill>
                  <a:srgbClr val="FFFFFF"/>
                </a:solidFill>
              </a:defRPr>
            </a:pPr>
            <a:r>
              <a:t>MEJORAR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45720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ÍNDICE GENERAL: 93%</a:t>
            </a:r>
          </a:p>
          <a:p>
            <a:pPr algn="l">
              <a:defRPr sz="1400" b="1">
                <a:solidFill>
                  <a:srgbClr val="FFFFFF"/>
                </a:solidFill>
              </a:defRPr>
            </a:pPr>
            <a:r>
              <a:t>ATENCIÓN DEL VENDEDOR: 83%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Comunicar precios bajos y garantía: 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Explicar garantía extendida: 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743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Ofrecer servicio de entrega gratuita: 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918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Ofrecer servicio de instalación: 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FFFFFF"/>
                </a:solidFill>
              </a:defRPr>
            </a:pPr>
            <a:r>
              <a:t>• Explicar política de cambios: 50%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F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